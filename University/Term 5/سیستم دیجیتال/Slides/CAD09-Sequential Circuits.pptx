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688" r:id="rId2"/>
    <p:sldId id="671" r:id="rId3"/>
    <p:sldId id="672" r:id="rId4"/>
    <p:sldId id="673" r:id="rId5"/>
    <p:sldId id="674" r:id="rId6"/>
    <p:sldId id="675" r:id="rId7"/>
    <p:sldId id="676" r:id="rId8"/>
    <p:sldId id="679" r:id="rId9"/>
    <p:sldId id="680" r:id="rId10"/>
    <p:sldId id="681" r:id="rId11"/>
    <p:sldId id="678" r:id="rId12"/>
    <p:sldId id="685" r:id="rId13"/>
    <p:sldId id="683" r:id="rId14"/>
    <p:sldId id="682" r:id="rId15"/>
    <p:sldId id="684" r:id="rId16"/>
    <p:sldId id="677" r:id="rId17"/>
    <p:sldId id="689" r:id="rId18"/>
    <p:sldId id="690" r:id="rId19"/>
    <p:sldId id="686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6405" autoAdjust="0"/>
  </p:normalViewPr>
  <p:slideViewPr>
    <p:cSldViewPr>
      <p:cViewPr varScale="1">
        <p:scale>
          <a:sx n="60" d="100"/>
          <a:sy n="60" d="100"/>
        </p:scale>
        <p:origin x="81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5/8/2022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3:22:34.2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15654 6046 24575,'0'29'0,"0"1"0,0 11 0,0 3 0,0-3 0,0-1 0,0-1 0,0 4-656,0-1 1,0 5-1,0 1 1,0 0 0,0-4-165,0-4 1,0-2 0,0-1 0,0 3 182,0 3 1,0 1 0,0 1-1,0 2 1,0-1 636,0 2 0,0 1 0,0 1 0,0-1 0,0 1-545,0 0 1,0 1-1,0-1 1,0 1 0,0-2 544,0-1 0,0-1 0,0 0 0,0-1 0,0-3 0,0 1 0,0-2 0,0-2 0,0-2 236,0 0 1,0-3 0,0 1-237,0 7 0,0 2 0,0-5 0,0-2 0,0 0 0,0-5 0,0 2 0,0 0 0,0 14 0,0-2-383,0-12 1,0-1 382,0 13 0,0-3 3032,0-4-3032,0 9 0,0 1 0,0-23 0,0 1 1638,0 23 0,0 0-1270,0-23 1,0-1-369,0 9 0,0 0 0,0-10 0,0 0 0,0 5 0,0 1 790,0-1 0,0 0-790,0-2 0,0-1 0,0 0 0,0 0 0,0 22 0,-4 1 0,3-1 0,-1-16 0,0 0 0,2 16 0,0-16 0,0-1 0,0 8 1528,0 3-1528,0-9 0,0 4 0,0-8 0,0 3 1302,0-9-1302,0-4 984,0-4-984,0-8 74,0 0-74,0-3 0,3-3 0,-2-6 0,1 2 0,-2-5 0</inkml:trace>
  <inkml:trace contextRef="#ctx0" brushRef="#br0" timeOffset="1388">15617 5998 24575,'10'9'0,"-1"-1"0,9 13 0,2 0 0,7 6 0,-1-2 0,1 2 0,-5-5 0,0 0 0,0 0 0,4-3 0,6 9 0,-9-15 0,0 3 0,-1 1 0,3 0 0,16 8 0,-19-10 0,0-1 0,12 8 0,-11-7 0,-1 0 0,1 4 0,7 3 0,-12-7 0,13 8 0,-9-5 0,9 6 0,0-1 0,-7-4 0,9 3 0,-10-3 0,5 4 0,-7-8 0,2 0 0,18 15 0,-1-4 0,-2-2 0,-19-7 0,6-4 0,-4 3 0,0-8 0,-4 4 0,3-4 0,-3 4 0,0-4 0,3 2 0,-7-4 0,4 1 0,-1-1 0,-5 1 0,4-4 0,-8 3 0,2-6 0,-3 3 0,-1-3 0,1 0 0,-2 2 0,-2 2 0,-2 2 0,0-3 0,0-1 0</inkml:trace>
  <inkml:trace contextRef="#ctx0" brushRef="#br0" timeOffset="2674">16880 6914 24575,'0'13'0,"0"4"0,0 17 0,0 0 0,0 0 0,0 2 0,0 9 0,0-13 0,0 2 0,0 0 0,0-2 0,0 19 0,0-19 0,0 0 0,0 0 0,0-2 0,0 11 0,0-13 0,0 0 0,0 11 0,0-7 0,0 12 0,0-14 0,0 9 0,0-4 0,0 4 0,0 1 0,0 0 0,0-5 0,0 3 0,0-9 0,0 0 0,0 16 0,0-14 0,0 0 0,0 4 0,-3 3 0,2-7 0,-3-1 0,4-1 0,0-11 0,0 2 0,0-7 0,0-3 0,0-1 0,0-4 0,0 1 0,0 0 0,0 0 0,0 0 0,0 0 0,0 0 0,0 15 0,0-5 0,0 13 0,0-5 0,0-2 0,0 7 0,0-8 0,0 8 0,0-7 0,0 2 0,3-3 0,-2-4 0,5 5 0,-5-11 0,4 4 0,-4-9 0,1 0 0,-2 0 0,3-1 0,-2 1 0,1 0 0,-2 0 0,6 18 0,-4-3 0,7 16 0,-5-8 0,3 1 0,0-4 0,0-2 0,-3-6 0,2-2 0,-5-7 0,2 3 0,-3-5 0,0-4 0,0-14 0,0 5 0,0-8 0</inkml:trace>
  <inkml:trace contextRef="#ctx0" brushRef="#br0" timeOffset="3948">16953 8972 24575,'-31'25'0,"11"-12"0,-6 10 0,9-9 0,-2 4 0,-13 8 0,8-3 0,-9 7 0,6-3 0,2 5 0,-2-1 0,-6 3 0,7-2 0,-3 1 0,1 4 0,8-13 0,-4 2 0,4-8 0,6-4 0,-8 11 0,8-10 0,-8 10 0,5-11 0,-1 3 0,1 0 0,4-3 0,-5 6 0,5-6 0,-8 3 0,7-4 0,-2 0 0,0 1 0,2-2 0,-6 2 0,6-1 0,-6 1 0,3-1 0,-4 1 0,0 3 0,0-2 0,-1 6 0,1-6 0,-1 6 0,5-10 0,-4 6 0,10-7 0,-4 1 0,7 1 0,-4-5 0,0 7 0,1-6 0,-1 6 0,3-4 0,-1 3 0,-9 9 0,5-7 0,-9 7 0,4-3 0,1-5 0,0 2 0,5-4 0,3-5 0,-2 2 0,5-3 0,-5 3 0,6-2 0,-3 2 0,3-1 0,0-1 0,2 1 0,-1-4 0,4 1 0,-1-5 0,2 3 0</inkml:trace>
  <inkml:trace contextRef="#ctx0" brushRef="#br0" timeOffset="4906">15655 9871 24575,'0'17'0,"0"-2"0,0 11 0,0-9 0,0-1 0,0 6 0,0-3 0,0 1 0,0-5 0,0-5 0,0 0 0,0-2 0,0-2 0,0 3 0,0-3 0,0 3 0,0-3 0,0 0 0,0 3 0,0 0 0,0 1 0,0 2 0,0-5 0,0 2 0,0-4 0,0 4 0,0 1 0,0 3 0,0 2 0,0-4 0,0 0 0,0-2 0,0-5 0,0 1 0</inkml:trace>
  <inkml:trace contextRef="#ctx0" brushRef="#br0" timeOffset="6438">16915 7846 24575,'51'0'0,"-10"0"0,-9 0 0,-1 0 0,13 0 0,-4 0 0,1 0 0,2 0 0,-15 0 0,0 0 0,19 0 0,2 0 0,-5 0 0,-3 0-2754,10 0 2754,-2 0 0,-1 0 0,-6 0 0,-15 0 0,0 0 446,21 0-446,-11 0 0,-6 0 0,1 0 0,12 0 0,-15 1 0,-2 1 0,4-1 551,3 2-551,-4-3 0,-5 0 0,4 0 1402,-7 0-1402,2 0 355,-6 0-355,1 0 0,-5 0 0,2 0 0,-3 0 0,-3 0 0,-1 0 0,-3 0 0,-1 0 0,1 0 0,-2 3 0,-2-2 0,-2 1 0</inkml:trace>
  <inkml:trace contextRef="#ctx0" brushRef="#br0" timeOffset="32752">18986 5878 24575,'25'0'0,"10"0"0,4 0 0,-11 0 0,1 0-1093,4 0 1,3 0 0,-2 0 1039,-1 1 1,-2-2 52,2 0 0,2-2 0,14 1 0,1-1 0,-17-2 0,0 1 0,8 1 0,1 0 0,-5-1 0,-2 0 223,7-1-223,-5 1 0,-1-1 0,1 0 0,-8-1 0,1 0 0,14 0 0,-14 0 0,1-1 0,20-1 0,-1 3 0,-25-1 0,1 1 0,24 3 0,-8-4 0,0 1 0,7 4 0,0-6 0,1 1 0,1 4 0,-11-3 0,2 1 0,-10 3 0,0 2 0,1-1 0,-1 0 0,19 0 0,-20 0 0,-2 0 0,7-3 0,-8 1 0,2-1 0,12-5 0,-3 0 0,9-3 655,-22 6-655,13-9 0,-9 9 0,5-7 1697,-6 5-1697,1-1 709,-5 1-709,0 0 98,-4 3-98,-4-2 0,3 6 0,-10-3 0,6 3 0,-6 0 0,-1 0 0,0 0 0,-3 0 0,0 0 0,3 0 0,-2 0 0,1 0 0,-2 0 0,0 0 0,0 0 0,0 0 0,0-3 0,3 2 0,-3-1 0,3 2 0,0 0 0,-2 0 0,5 0 0,3 0 0,-4 0 0,11 0 0,-6 0 0,2 0 0,0 0 0,-5 0 0,-3 0 0,-2 0 0,-2 0 0,0 0 0,0 0 0,-3 2 0,0-1 0,-3 2 0</inkml:trace>
  <inkml:trace contextRef="#ctx0" brushRef="#br0" timeOffset="35065">21699 5693 24575,'0'39'0,"0"-3"0,0 7 0,0 2 0,0-14 0,0 1-1093,0 9 1,0 5 0,0-3-93,0-1 1,0 2 1184,0-2 0,0 7 0,0-1 0,0-4 0,0-8 0,0-3 0,0 3 0,0 1 0,0 2 0,0 2 0,0-2 0,0 10 0,0 0 0,0-2 0,0-8 0,0-2 0,0 3 0,0-2 0,0 1 0,0 2 0,0-1 0,0 0 0,0 1 0,0-1 0,0-1 0,1 3 0,-1-2 0,-1 3 0,0-2 0,0 2 0,0 0 0,-1-5 0,2 6 0,-1-1 0,0-2 0,-1 1 0,0-3-463,2-7 1,0 1 462,1 8 0,-1 5 0,-1-5 63,0-10 0,-1-2-63,2 21 0,-1 0 0,-5-20 0,0-1 0,5 18 0,0 0 0,-3-18 0,0 1 0,3 3 0,2 4 0,-1-3 0,0-2 0,0-1 0,0 12 0,0 2 0,0-6 0,0-3 0,0-6 0,0 0 0,0 16 0,0-1 0,0 4 0,0-4 0,0 1 0,0-19 0,0 0-253,0 7 0,0 0 253,0-5 0,0-1 0,0 3 0,0-1 0,0-4 0,0 0 0,0 25 0,0-7 0,0-4 2190,0-1-2190,0 1 0,0 0 0,0-1 0,0 1 0,0 4 0,0-3 0,0 3 0,0-4 0,0-5 2162,0-1-2162,0 0 1640,3-3-1640,-2 8 729,2-12-729,-3 0 230,0-10-230,0-8 0,0 3 0,0-6 0,0 3 0,0-6 0,0 0 0</inkml:trace>
  <inkml:trace contextRef="#ctx0" brushRef="#br0" timeOffset="36917">18909 6030 24575,'0'21'0,"0"8"0,0 1 0,0 2 0,0 15-1088,0-10 1,0 1 1087,0 13 0,0-23 0,0 1 0,0 13 0,0 1 0,0-9 0,0 0-630,0 11 1,0 1 629,0-11 0,0-1 0,0-1 0,0-2 435,0 18-435,0-23 0,0 0 0,0 5 0,0 1-351,0 1 1,0 1 350,0-3 0,0 0-58,0 8 0,0-1 58,0 10 0,0-12 0,0 6 0,0-5 0,0-7 0,0 1-52,0 7 0,0 6 0,0-7 52,0 11 0,0-5 0,0 0 0,0-16 0,0-2 172,0 6 1,0 1-173,0 8 0,0-1 0,0-8 0,0 0 53,0 6 0,0-1-53,0 9 0,0-3 0,0 1 0,-4 6 0,2-9 0,0 0 0,-3-1 0,3-11 0,1 0 0,1 11 0,0-4 0,0 0 0,0 0 0,0 2 0,0 2-57,0-10 1,0-1 56,0 12 0,0 2 0,0-7 0,0-1 0,0 4 0,0-2 0,0-9 0,0 0 0,0 8 0,0 1 0,0 1 0,0-1 0,0-6 0,0 2 0,0 17 0,0 0 0,0-18 0,0 0 0,0 8 0,0 3 0,0-1 0,0 3 0,0 2 0,0 4 0,0 4 0,0-5 0,0-10 0,0-2 6,0 1 1,0 3-1,0-6-6,0-7 0,0-2 0,0 5 0,0 1-120,0-4 1,0 0 119,0 13 0,0 2 586,0-16-586,0 2 1244,0-12-1244,0-1 1733,0-3-1733,0 0 291,0 0-291,0-1 0,0-2 0,0 2 0,0-5 0,0 2 0,0-4 0,0 1 0,0 0 0,0 0 0,0-3 0,0 0 0</inkml:trace>
  <inkml:trace contextRef="#ctx0" brushRef="#br0" timeOffset="38535">18893 10374 24575,'21'0'0,"-1"0"0,5 0 0,2 0 0,5 0 0,-2 0 0,1 0 0,4 0 0,9 0 0,2 0-955,-18 0 1,0 0 954,0 0 0,1 0 0,2 0 0,0 0 0,1 0 0,-1 0 0,1 0 0,-2 0 0,18 0 0,-16 0 0,1 0 0,16 0 0,-18 0 0,1 0 0,-1 0 0,-1 0 0,17 0 308,-20 1 0,0-2-308,4-1 0,-1 0 0,19 1-136,-19-2 0,-1-1 136,10 3 0,-2-4 0,1-1 0,10 5 0,-10-4 0,-1-1 0,3 2 0,-1-1 0,1-2 0,-1 6 0,1-6-49,-5 6 49,3-2 946,-7 3-946,3 0 0,-8 0 0,2 0 614,-2 0-614,4 0 54,-5 0-54,4 0 0,-3 0 0,3 0 0,18 0 0,-13 0 0,14 0 0,-19 0 0,-3 0 0,3 0 0,-8 0 0,8 0 0,-11 0 0,10 0 0,-14 0 0,10 3 0,-7-2 0,4 5 0,0-5 0,-1 2 0,1-3 0,0 3 0,4-3 0,0 3 0,1-3 0,-2 0 0,-3 4 0,0-4 0,5 3 0,-4-3 0,1 0 0,-1 0 0,-8 0 0,5 0 0,-7 0 0,-2 0 0,2 0 0,-2 0 0,3 0 0,-1 0 0,-2 0 0,-1 0 0,-3 0 0,0 0 0,0 0 0,0 0 0,-1 0 0,-1 0 0,-2 0 0</inkml:trace>
  <inkml:trace contextRef="#ctx0" brushRef="#br0" timeOffset="40125">21711 9950 24575,'0'17'0,"0"3"0,0 24 0,-3-13 0,2 17 0,-5-24 0,5-3 0,-5-4 0,5 0 0,-2-8 0,1 0 0,1-3 0,-1 0 0,2 0 0,0 0 0,0 0 0,0 0 0,0-1 0,-3 7 0,2-5 0,-1 4 0,-1-5 0,2 3 0,-4 0 0,4 1 0,-2 2 0,3-6 0,0 3 0,-2-3 0,1-1 0,-2-1 0,3-2 0</inkml:trace>
  <inkml:trace contextRef="#ctx0" brushRef="#br0" timeOffset="42376">21671 7500 24575,'5'0'0,"14"0"0,0 0 0,17 0 0,-5 0 0,-5 0 0,16 0 0,-23 0 0,23 0 0,-20 0 0,12 0 0,-3 0 0,3 0 0,0 0 0,1 0 0,0 0 0,4 0 0,-9 0 0,4 0 0,1 0 0,-5 0 0,4 0 0,-4 0 0,0 0 0,-1 0 0,-3 0 0,2 0 0,-2 0 0,13 0 0,-11 0 0,6 0 0,-14-3 0,1-1 0,0-3 0,-1 4 0,1-4 0,0 7 0,4-3 0,-4 3 0,4 0 0,0 0 0,-4 0 0,21 0 0,-8 0 0,10 0 0,-5 0 0,-7 0 0,2 0 0,8 0 0,-8-2 0,-3 0 0,-1 1 0,-5-2 0,0 0 0,-4 2 0,-4-2 0,3 0 0,-7 2 0,1-2 0,-2 0 0,-6 3 0,6-3 0,-5 0 0,2 2 0,-3-1 0,0 2 0,-3 0 0,0 0 0</inkml:trace>
  <inkml:trace contextRef="#ctx0" brushRef="#br0" timeOffset="44358">21177 7384 24575,'0'6'0,"0"-1"0,0 10 0,-6-4 0,2 8 0,-5-7 0,3-2 0,2-1 0,-1 0 0,4-3 0,-1 3 0,2-4 0,0 4 0,0-3 0,0 15 0,0-9 0,0 14 0,0-9 0,0 4 0,0-1 0,0 1 0,0-4 0,0 3 0,2-9 0,4 4 0,1-5 0,5 0 0,-2-1 0,3-3 0,0 1 0,5 2 0,-7-2 0,7 2 0,-11-6 0,5 0 0,-3-3 0,4 0 0,0 0 0,0 0 0,-1 0 0,1 0 0,3 0 0,-2 0 0,2 0 0,1-3 0,-4-1 0,4-2 0,-5-4 0,4 1 0,-3-1 0,-1 3 0,-3 2 0,-3 2 0,0-3 0,-3 0 0,3 0 0,-6 0 0,3 0 0,-3 0 0,0 0 0,0-3 0,0-1 0,0-6 0,0-7 0,0 1 0,0-1 0,0 3 0,0 3 0,0-4 0,-3 4 0,-4-3 0,3 6 0,-8-12 0,7 11 0,-4-10 0,2 11 0,0-2 0,4 6 0,-3-2 0,3 5 0,-3-2 0,-3 3 0,2 0 0,-2 2 0,0-1 0,2 1 0,-11-5 0,7 5 0,-11-2 0,8 4 0,-2 1 0,0-2 0,2 3 0,-6 0 0,6 0 0,-8 0 0,11 0 0,-4 0 0,9 0 0,0 0 0,1 0 0,1 3 0,2 0 0,2 3 0,0 0 0,0-1 0,0 1 0,0 0 0,0 0 0,0 0 0,0-3 0,0 0 0</inkml:trace>
  <inkml:trace contextRef="#ctx0" brushRef="#br0" timeOffset="46083">21437 7648 24575,'9'6'0,"4"12"0,-3-10 0,2 13 0,-6-15 0,0 3 0,6 3 0,-5-5 0,5 5 0,-6-6 0,0 3 0,0-2 0,0 2 0,0-4 0,-1 1 0,-1 0 0,4 3 0,-7-3 0,7 3 0,-8-3 0,6-3 0,-6 2 0,3-2 0,-1 1 0,-1 1 0,2-4 0,-3 1 0</inkml:trace>
  <inkml:trace contextRef="#ctx0" brushRef="#br0" timeOffset="47742">19147 6606 24575,'0'10'0,"0"-1"0,0 3 0,0 2 0,-3 15 0,-1 3 0,-1 7-566,-1-2 0,1 1 566,0 8 0,-2 4 0,6 1 0,-3-6 86,4 0-86,0-10 0,0-5 0,-3-5 0,2-11 0,-2 1 846,3-8-846,0 2 200,0-3-200,0 0 0,0-6 0,0 2 0,0-5 0</inkml:trace>
  <inkml:trace contextRef="#ctx0" brushRef="#br0" timeOffset="49584">19168 6704 24575,'13'0'0,"13"0"0,-3 0 0,9 0 0,-4 0 0,3 0 0,-7 0 0,1 0 0,-3 0 0,-10 0 0,6 0 0,-5 0 0,-6 0 0,9 0 0,-10 0 0,6 0 0,-2 0 0,3 0 0,-1 0 0,-2 0 0,-1 0 0,0 0 0,3 5 0,2 0 0,-2 3 0,0-1 0,-5-1 0,7 3 0,-6-3 0,6 6 0,-7-5 0,2 5 0,-3-3 0,1 4 0,-1 0 0,0 0 0,1-1 0,-4 1 0,0 0 0,-3 0 0,0 3 0,0 10 0,0-3 0,0 11 0,0-8 0,0-1 0,0 4 0,0-3 0,-3-1 0,-7 22 0,1-24 0,-7 19 0,9-28 0,-6 6 0,5-3 0,-4 0 0,1 3 0,-2-6 0,0 2 0,0-3 0,-3 0 0,2-3 0,-6 3 0,6-6 0,-6 6 0,7-6 0,-7 3 0,3-3 0,-1-1 0,-1 1 0,5-3 0,-3-1 0,5-3 0,-1 0 0,3 0 0,-2 0 0,2 0 0,-3 0 0,1 0 0,2 0 0,-2 0 0,2 0 0,0 0 0,-2 0 0,5 0 0,-2 0 0,3 0 0,0 0 0,3-3 0,-2 2 0,2-1 0,-3-1 0,-3 2 0,-1-4 0,1 2 0,3 0 0,3 0 0</inkml:trace>
  <inkml:trace contextRef="#ctx0" brushRef="#br0" timeOffset="50729">19131 7074 24575,'0'12'0,"0"18"0,0-13 0,0 16 0,0-16 0,0 4 0,0-4 0,0 7 0,0-13 0,0 9 0,0-11 0,0 4 0,0-4 0,0 0 0,0-3 0,0 0 0,0-1 0,0 1 0,0 0 0,0 3 0,0 1 0,0 8 0,0-4 0,0 2 0,0-4 0,-6-5 0,4 2 0,-3-3 0,5 0 0,0-3 0,0 0 0</inkml:trace>
  <inkml:trace contextRef="#ctx0" brushRef="#br0" timeOffset="52815">18909 9739 24575,'13'0'0,"6"0"0,-5 3 0,4 3 0,1 1 0,-8 2 0,4-3 0,-6-3 0,-2 0 0,5 3 0,3-2 0,-4 2 0,7 0 0,-8-3 0,0 4 0,2-4 0,-3 3 0,4-3 0,-3 1 0,-1 1 0,0-1 0,-3-1 0,3 2 0,-3-1 0,3-1 0,-2 2 0,2-2 0,-4 1 0,1 1 0,0-4 0,0 1 0,0-2 0,0 3 0,0-3 0,0 3 0,-3 0 0,2-3 0,-7 3 0,-2 0 0,-5 0 0,-19 10 0,11-6 0,-14 9 0,14-9 0,-4 6 0,0-2 0,0 3 0,0 3 0,0-5 0,3 4 0,-2-8 0,7 4 0,-7-5 0,6 5 0,-2-4 0,-1 4 0,-2 4 0,1-1 0,0 0 0,-1 3 0,8-10 0,-4 7 0,9-9 0,0 0 0,0-3 0,3 2 0,0-4 0,3 1 0</inkml:trace>
  <inkml:trace contextRef="#ctx0" brushRef="#br0" timeOffset="55125">18903 9974 24575,'-16'0'0,"2"0"0,-6 0 0,-10 0 0,2 0 0,-7 3 0,6-2 0,4 8 0,-5-7 0,4 7 0,-7-8 0,6 6 0,-16 0 0,2 5 0,7-1 0,-8 0 0,10 2 0,-4-4 0,-3 5 0,9-3 0,4-3 0,-3 2 0,8-3 0,-4 0 0,4 0 0,0 0 0,1 0 0,2 0 0,2-1 0,6 0 0,1-2 0,3-2 0,0-2 0,3 3 0,0-2 0,3 1 0</inkml:trace>
  <inkml:trace contextRef="#ctx0" brushRef="#br0" timeOffset="57175">16880 10504 24575,'0'27'0,"0"-9"0,0 14 0,0-12 0,0-6 0,0 10 0,0-12 0,0 5 0,-2-11 0,1 0 0,-2 2 0,3-1 0,0 1 0,0-2 0,0 0 0,0 0 0,3 11 0,0-8 0,4 11 0,-1-13 0,0 2 0,0-3 0,-1 0 0,1 0 0,-2-1 0,1 1 0,1 0 0,0 0 0,3 0 0,-3-3 0,0 0 0,-3-1 0,2-1 0,-2 4 0,3-4 0,0 4 0,0-4 0,0 4 0,0-4 0,0 4 0,-1-4 0,1 1 0,0 1 0,-2 0 0,3 0 0,-3 0 0,5-3 0,-1 0 0,-1 0 0,1 0 0,-2 0 0,0 0 0,3 0 0,-3 0 0,3 0 0,-4 0 0,1 0 0,0 0 0,0 0 0,0-3 0,0-3 0,0-1 0,3-2 0,1 0 0,0-1 0,2 0 0,-5-2 0,2 2 0,-3 0 0,3 1 0,-2 3 0,1 3 0,-5-2 0,0 1 0,-3-2 0,0 0 0,0 0 0,0 0 0,0 3 0,0 0 0</inkml:trace>
  <inkml:trace contextRef="#ctx0" brushRef="#br0" timeOffset="58754">16974 10483 24575,'-3'4'0,"-6"3"0,-1-5 0,-2 3 0,3-2 0,0 0 0,5 3 0,-3-3 0,6 2 0,-2-2 0,1 1 0,1-2 0,-2-2 0</inkml:trace>
  <inkml:trace contextRef="#ctx0" brushRef="#br0" timeOffset="60213">17075 10326 24575,'0'9'0,"14"15"0,-7-4 0,16 17 0,-15-22 0,4 2 0,-6-11 0,-1 0 0,1 0 0,-2 0 0,1 3 0,-2-2 0,4 5 0,-1-6 0,0 6 0,0-2 0,0 3 0,1-1 0,-1 1 0,4 3 0,-3-2 0,3 2 0,-1-3 0,-2-3 0,2-1 0,-3 0 0,-3-3 0,0 3 0,0-5 0,-3 1 0,5-2 0,-1 3 0,-1 0 0,2 0 0,-2 0 0,3-1 0,0 1 0,0 3 0,0 1 0,-2-1 0,1-3 0,-4-3 0,1-3 0</inkml:trace>
  <inkml:trace contextRef="#ctx0" brushRef="#br0" timeOffset="61381">17311 10117 24575,'0'6'0,"0"10"0,10 13 0,-5 3 0,16 11 0,-15-20 0,11 9 0,-8-5 0,5 9 0,-2-8 0,-2-3 0,-4-12 0,0 0 0,1 5 0,-1-7 0,0 7 0,0-9 0,-2 1 0,4 2 0,-3-2 0,4 3 0,0-1 0,-2-2 0,2 2 0,-3-5 0,0 5 0,0-6 0,0 3 0,0-3 0,3 6 0,-2-5 0,-1 5 0,-1-7 0,-4 1 0,4-2 0,-5 1 0,6-5 0,-6 3 0,3-3 0</inkml:trace>
  <inkml:trace contextRef="#ctx0" brushRef="#br0" timeOffset="62968">17618 10040 24575,'0'6'0,"0"6"0,0-4 0,0 15 0,0-15 0,-3 32 0,-1-17 0,-7 15 0,4-16 0,-7 1 0,6-1 0,-2 4 0,3-1 0,0-1 0,0-2 0,-1 8 0,-2-3 0,5-7 0,-4 0 0,5-7 0,-2 0 0,2 0 0,1-4 0,3-3 0,0 0 0,0-1 0,0-4 0,0-7 0,3-1 0,0-7 0,6 7 0,1-6 0,3 6 0,3-2 0,24-7 0,-14 6 0,17-3 0,-22 10 0,0 0 0,5 2 0,-4-2 0,1 3 0,-7 0 0,0 0 0,-2 0 0,2 0 0,1 0 0,-4 0 0,4 0 0,-1 3 0,-3-2 0,4 2 0,-5-3 0,4 2 0,-3-1 0,0 2 0,-4-3 0,-4 0 0,-1 2 0,-2 5 0,1 6 0,-2-5 0,2 1 0</inkml:trace>
  <inkml:trace contextRef="#ctx0" brushRef="#br0" timeOffset="66959">20158 5926 24575,'0'9'0,"0"6"0,0 0 0,0 0 0,0 3 0,0-7 0,0 7 0,0-2 0,0-2 0,0 2 0,0-3 0,0 0 0,0 0 0,0-1 0,0 4 0,0-3 0,0-1 0,0 0 0,0-5 0,0 5 0,0-5 0,0 8 0,3-4 0,-2 5 0,2 0 0,0 2 0,0 8 0,1-4 0,-1 1 0,-3-7 0,3 3 0,-2-2 0,1 6 0,-2-2 0,0 3 0,0 2 0,0 4 0,0-1 0,0 1 0,0-4 0,0-2 0,0-7 0,0-3 0,0-2 0,0-6 0,0 3 0,0-5 0,0-2 0</inkml:trace>
  <inkml:trace contextRef="#ctx0" brushRef="#br0" timeOffset="69724">20191 6045 24575,'13'0'0,"12"2"0,-1 2 0,23 9 0,-26-5 0,10 1 0,-15-3 0,-2-2 0,2 0 0,-3-1 0,11-1 0,-12-1 0,12 2 0,-15-3 0,9 3 0,-4-3 0,1 3 0,-3 0 0,-5-3 0,2 6 0,-3-6 0,0 3 0,0 0 0,-3 0 0,2 0 0,-4 2 0,1-1 0,-2 2 0,0-1 0,0 1 0,0 0 0,0 0 0,0 6 0,0-5 0,0 11 0,0-7 0,0 9 0,0-3 0,0 3 0,0 1 0,-6 4 0,1-4 0,-6 4 0,5-4 0,-1-1 0,0-2 0,0 1 0,0-5 0,1 2 0,-4-6 0,3 2 0,-2-5 0,3 5 0,-3-5 0,-4 5 0,-4-5 0,1 2 0,-10-2 0,11-1 0,-7-2 0,6 2 0,-2-6 0,1 3 0,1-3 0,-1 0 0,4 0 0,-4 0 0,1 0 0,2 0 0,-2 0 0,6 0 0,-2 0 0,5 0 0,-2 0 0,3 0 0,1-2 0,1-2 0,2-1 0,-1-1 0,5 2 0,2 2 0,5 4 0,21 5 0,-10 1 0,20 5 0,-18-2 0,16 8 0,-22-8 0,8 4 0,-18-9 0,3 2 0,-3-1 0,3-1 0,8 5 0,-8-7 0,11 8 0,-10-6 0,-1 0 0,3 1 0,-5-4 0,2 3 0,-3-6 0,-3 5 0,2-4 0,-1 2 0,1-3 0,1 2 0,3 2 0,-3 1 0,6-1 0,-2 1 0,-1-1 0,0 2 0,-3-3 0,0 2 0,0-4 0,0 1 0,0 1 0,-3 0 0,2 3 0,-2 0 0,6 3 0,-3-3 0,3 3 0,-6-4 0,2-1 0,-4 1 0,4-4 0,-1 1 0,1-2 0,1 0 0,0 0 0,-3 0 0,0 0 0</inkml:trace>
  <inkml:trace contextRef="#ctx0" brushRef="#br0" timeOffset="71687">20212 6579 24575,'0'9'0,"0"12"0,0-6 0,0 21 0,0-21 0,0 10 0,0-16 0,0 3 0,0-5 0,0 2 0,0-3 0,0 0 0,0-1 0,0 1 0,0 0 0,0 0 0,0 5 0,0-1 0,0 2 0,0-3 0,0-3 0,0 0 0,0 0 0,0 0 0,-5 5 0,3 0 0,-3 4 0,2-2 0,-1 2 0,1-5 0,0 1 0,3-8 0,0 0 0</inkml:trace>
  <inkml:trace contextRef="#ctx0" brushRef="#br0" timeOffset="73373">20208 5789 24575,'0'-13'0,"0"-9"0,0 2 0,0-5 0,0-2 0,0 0 0,0-23 0,0 24 0,0 5 0,0 4 0,0 8 0,0 0 0,0 3 0,0-3 0,0-1 0,0-6 0,0-6 0,0-8 0,0-5 0,-4-15 0,3 12-391,-1 9 1,0 0 390,2-14 0,0 2 0,0-2 0,0 14 0,0 1 0,0-9 0,0 0 0,0-12-211,0 8 211,0 1 0,0 6 0,0-13 0,0 17 0,0-17 0,0 26 0,-3-4 0,3 8 0,-3-3 773,0 9-773,2-4 219,-1 8-219,2-2 0,0 3 0,0 0 0,-3 3 0,2 0 0,-1 3 0</inkml:trace>
  <inkml:trace contextRef="#ctx0" brushRef="#br0" timeOffset="77705">18244 7893 24575,'0'-9'0,"0"-4"0,0-14 0,0 4 0,0-11 0,0 9 0,0-5 0,-1 4 0,-1 0 0,2-10 0,-3-12 0,3 20 0,0 2 0,0-4 0,0 0 0,0 5 0,0-4 0,0 7 0,0-2 0,0 6 0,0 2 0,0 0 0,0 2 0,0 1 0,0-5 0,0 7 0,0-11 0,0 8 0,0-6 0,0 3 0,0-4 0,0 4 0,-4-3 0,4 6 0,-3 1 0,0 1 0,2 6 0,4 0 0,4 3 0,28 0 0,-13-1 0,17 0 0,-18 1 0,-1 3 0,1-3 0,0 2 0,-1-2 0,1 3 0,4 0 0,-4 0 0,4 0 0,9-3 0,-10 2 0,14-2 0,-20 3 0,6 0 0,-11 0 0,7 0 0,-6 0 0,2 0 0,6 0 0,-10 0 0,9 0 0,-11 0 0,3 0 0,-1 0 0,-2 0 0,-1 0 0,-3-3 0,0 2 0,0-1 0,0 2 0,0 0 0,-1 0 0,1 0 0,0 0 0,0 0 0,0 0 0,0 0 0,0 0 0,0 0 0,-3 0 0,-1 0 0</inkml:trace>
  <inkml:trace contextRef="#ctx0" brushRef="#br0" timeOffset="82302">15539 7051 24575,'-13'0'0,"-12"0"0,-3 0 0,-21 0 0,12 0 0,-2 0 0,10 0 0,-5 0 0,14 0 0,-17 0 0,14 0 0,-11 0 0,4 0 0,-5 0 0,6 0 0,-1 0 0,0 0 0,1 0 0,-1 0 0,0 3 0,1-2 0,3 5 0,-3-5 0,7 2 0,-6-3 0,6 0 0,-3 0 0,4 0 0,-3 0 0,2 0 0,-7 0 0,3 3 0,-3-2 0,-1 2 0,-4-3 0,3 0 0,-3 0 0,4 0 0,1 0 0,-1 0 0,0 0 0,1 0 0,3 0 0,-3 4 0,7-3 0,-2 5 0,-10-2 0,10 3 0,-10-4 0,13 0 0,0 1 0,0-4 0,1 3 0,-1-3 0,4 3 0,-3-2 0,3 2 0,-4-3 0,-6 0 0,9 0 0,-4 0 0,6 0 0,3 0 0,0-3 0,4 2 0,6-1 0,0 2 0</inkml:trace>
  <inkml:trace contextRef="#ctx0" brushRef="#br0" timeOffset="84100">22677 7497 24575,'0'0'0</inkml:trace>
  <inkml:trace contextRef="#ctx0" brushRef="#br0" timeOffset="87884">23230 7534 24575,'0'6'0,"-6"5"0,-4 0 0,-18 7 0,7-10 0,-6 1 0,14-9 0,3 0 0,1 0 0,6-3 0,0 0 0,3-6 0,0 3 0,0-3 0,0 3 0,0 0 0,3 3 0,-3-2 0,3 1 0,-3-1 0,0-1 0,0 0 0,0 0 0,0 0 0,0 0 0,0-3 0,0 2 0,3-2 0,-3 3 0,3 0 0,-1 0 0,-1 0 0,4 3 0,-4-2 0,4 4 0,-1-2 0,1 3 0,-1 3 0,-2 0 0,1 0 0,-2 3 0,1-3 0,-2 3 0,0 0 0,0 0 0,0-1 0,0 1 0,0 0 0,0 0 0,0 0 0,0 0 0,0 0 0,0 0 0,0 0 0,0-1 0,-2-1 0,-2-2 0,1-4 0,0-2 0,3-2 0,-2-2 0,1 1 0,-2-1 0,3 2 0,0 0 0,0 0 0,0 0 0,0 0 0,0 0 0,0 0 0,0-6 0,0-2 0,-3-10 0,2 3 0,-6-12 0,6-4 0,-6-3 0,3-5 0,0 1 0,-3 3 0,2-4 0,1 10 0,-3-3 0,6 11 0,-3-6 0,4 7 0,-3 0 0,2-2 0,-5-7 0,2 7 0,0 2 0,-1-1 0,-3-12 0,2 6 0,0-3 0,2 9 0,-1 1-274,-3-4 1,1 1 273,-2-21 0,-3 5 0,4-1 0,0 1 0,0 6 0,0-1 0,0 1 0,3 3 0,-2-2 0,5 9 0,0 0 0,-6-16 0,3 6 0,1 0 0,0 0 0,2 10 0,0-1 0,-1 0 0,1 1 0,1-21-960,-1 5 1,0-1 959,-1 17 0,2 1 0,0-9 0,1-2 0,-5-1 0,1 1 0,3 5 0,1 0-467,-2-2 0,-1 0 467,1 2 0,0 2 0,2 6 0,-1 0 0,-3-6 0,0 1 0,4 4 0,-1 2 0,-6-25 0,6 15 0,-3 1 468,1 8-468,2 1 1869,-5-1-1869,5 7 1063,-2 0-1063,3 3 0,0 6 0,0-10 0,-3 3 0,3-8 0,-4-1 0,4-4 0,0 1 0,0-1 0,0-4 0,0-1 0,0-5 0,0-4-414,0 3 414,0-8 0,0 17 0,0-1 0,0 0 0,0 0 0,0 2 0,0 0 0,1 1 0,-2 0 0,0-6 0,-1 0 0,-2-13 0,1 7 0,-1 3 0,-3 18 0,0-10 0,4 21 0,-2 1 0,4 0 0,-5 0 0,6 2 414,-6-5-414,3 5 0,-4-2 0,4 3 0,-2 0 0,4 0 0,-4 3 0,2 0 0,-1 3 0,2 0 0</inkml:trace>
  <inkml:trace contextRef="#ctx0" brushRef="#br0" timeOffset="91938">22740 3840 24575,'-13'0'0,"-9"0"0,3 0 0,-11 0 0,4 0 0,-8 0 0,-1 0 0,7 0 0,-2 0 0,-18 0-429,16 0 1,0 0 428,-18 0 0,-1 0 0,23 0 0,0 0 0,-10 0 0,-1 0 0,1 0 0,4 0 0,-14 0 0,0 0 0,10 0 0,3 0 0,-2 0 0,7 0 0,1 0 0,-16 0 0,1-1 0,-2-2 0,13 0 0,1 0-616,-7-1 1,-1-1 615,3 1 0,1-1 0,7 1 0,1-1 0,-3 1 0,-1-1 0,1 1 0,0-1 0,0 1 0,-1 0 0,-2-1 0,0 0 0,-1-1 0,0-1 0,-5 2 0,-2-1-910,4-1 1,-1 0 909,-4 2 0,-2 0 0,4 2 0,-1 1 0,-3 0 0,1 0 0,2 1 0,0 2 0,1-1 0,1 0 0,2 0 0,0 0-597,0 0 1,1 0 596,2-1 0,0 2 0,-15 5 0,2 0 0,20-5 0,1 1 0,-16 6 0,3 0 545,3-3-545,-3 2 1066,10 4-1066,12-6 1865,-20 1-1865,-6-5 0,-5-2 0,9 1 0,-2 0-233,3 0 1,-3 0 0,4 0 232,1 0 0,0 0 0,-5 0 0,-4 0 0,2 0 0,9 0 0,2 0 0,-3 0-915,-14 0 0,-3 0 1,3 0 914,13 0 0,3 0 0,0 0 0,-14-1 0,-1 2 0,2 1 0,-2 2 0,2-1 0,10-2 0,3-1 0,-3 1 0,-8 3 0,-2 2 0,2-2 0,-8-4 0,3 1-899,4 1 1,1 0 898,-3 0 0,-1 0 0,1-1 0,0 0 0,3 3 0,-1 0 0,-2-1 0,0 0 0,5-1 0,3 1-588,7 1 0,0 0 588,-10-1 0,2 0 0,-6 1 0,-2 1 0,1 0 0,21-3 0,2 1 0,-18 1 0,0 1 277,14 0 1,0-1-278,-5-1 0,-1-1 0,1 0 0,0 0 0,2 0 0,0 0 0,-5-2 0,0 1 0,3 3 0,-2 0 0,3-2 0,-3-1 0,2 1 0,-7 3 0,0 0 340,6-2 1,0 0 0,1 0-341,-1 0 0,1 0 0,-3 1 0,0 0 0,5-2 0,0 1 0,-5 3 0,0 1 436,5-2 0,0 0-436,-5 2 0,0 0 0,5 0 0,0-1 0,-6-1 0,2 0 0,9 1 0,0 1 0,-14 0 0,-2 0 0,0 0 0,1 0 0,-5 0 0,0 1-44,0-1 1,2-1 43,11-1 0,0-1 0,-14 3 0,0-1 0,15-1 0,0 0 76,-9 1 0,0 0-76,10-3 0,3-1 0,-14 1 0,7 0 0,0-1 0,-3-1 0,4 3 0,0 0 0,-9-3 925,-5 3-925,19-3 0,2-2 0,-3 1 0,2 0 0,-1 0 0,-11 4 0,-5-3 0,1 6 0,17-4 0,-1-1 0,-15 2 0,18-1 0,-1 1 0,-11 0 1041,3 4-1041,-14 3 0,7-3 0,-2 3 0,6-3 0,3-1 1710,-1 1-1710,2 0 1121,0-1-1121,-10 4 0,7-6 0,-6 5 727,13-9-727,5 2 0,-4-3 0,-1 3 0,3-2 0,-2 3 0,4-4 0,-1 3 0,-3 1 0,-1 4 0,0-1 0,4 0 0,2 0 0,3 0 0,4 0 0,0-1 0,8 0 0,0 1 0,3-2 0,2 12 0,2-2 0,-2 14 0,-1-1 0,-2 1 0,-2 8-542,1-2 0,0 1 542,0 11 0,0-1 0,-1 4 0,5-21 0,1 0 0,-2 15 0,2-17 0,0-1 0,2 8 0,-6-8 0,3 15 0,0-12 0,1 14 0,0-13 0,-2 4 1084,1-7-1084,-3 6 0,3-3 0,-3-4 0,2 8 0,-1-4 0,5-3 0,-2 3 0,3-9 0,0 0 0,-3 3 0,2 2 0,-2 0 0,3 2 0,-3 11 0,2-6 0,-3 10 0,4-14 0,-3-3 0,3 3 0,-3-8 0,3 8 0,0-7 0,0 2 0,0-3 0,0-4 0,0 3 0,0-3 0,0 4 0,0 0 0,0-1 0,0 19 0,0-9 0,0 10 0,3-16 0,-3-3 0,6 0 0,-5-1 0,5 1 0,-5 0 0,5 0 0,-5-1 0,2 5 0,-3-3 0,3 6 0,-2-2 0,2 3 0,-3-3 0,0 3 0,0-4 0,0 5 0,0-4 0,0 2 0,0-6 0,0 3 0,0 9 0,0-10 0,0 9 0,0-12 0,0 0 0,0-1 0,0 1 0,0-4 0,0 3 0,0-3 0,0 0 0,0 0 0,0-4 0,0-1 0,0 1 0,0 0 0,3 0 0,-2-4 0,2 3 0,0-2 0,-3 0 0,3 2 0,0 0 0,-3 1 0,3 3 0,-3-7 0,0 0 0,0-3 0,0 0 0,0 0 0,3-3 0,-3 3 0,3-3 0,-3 3 0,0 0 0,0 3 0,0-3 0,0 6 0,0-5 0,0 2 0,0-3 0,0-1 0,3 1 0,-3 0 0,5-2 0,-1 1 0,2-2 0,-1 0 0,-1 3 0,1-6 0,-4 5 0,4-4 0,-2 2 0,3-3 0,0 0 0,0 2 0,0-1 0,2 2 0,-1-3 0,4 0 0,-4 0 0,2 0 0,0 2 0,-3-1 0,3 2 0,-3-3 0,3 0 0,-2 0 0,2 0 0,-3 0 0,0 0 0,-1 0 0,4 0 0,-2 0 0,2 0 0,0 0 0,-3 0 0,3 0 0,0 0 0,-2 0 0,2 0 0,-3 0 0,0 0 0,2 0 0,-1 0 0,1 0 0,-4 0 0,-2 0 0</inkml:trace>
  <inkml:trace contextRef="#ctx0" brushRef="#br0" timeOffset="94428">16019 9919 24575,'0'20'0,"0"1"0,0 8 0,0 0 0,0-2-819,0 17 0,0 0 819,0-16 0,0 2 0,0 1 0,0 14 0,0 2 0,0-19 0,0 0 0,0 0 0,0 0 0,0 19 0,0-20 0,0 0 0,0 19 0,0 0 0,0 3 0,0-4 0,0 1 0,0 3 0,0-3 0,0-18 0,0 0 0,0 19 0,0-14 0,0-1 0,0 7 0,0 0 0,0 8 0,0-6 0,0-14 0,0-1-396,0 13 0,0 6 1,0-7 395,0 9 0,0-16 0,0-1 107,0-3 0,0-2-107,0 26 0,0-6 0,0-10 0,0-5 0,0-9 760,0-5-760,0-6 1344,0-1-1344,0-3 507,0 0-507,0-1 0,0-1 0,0-2 0</inkml:trace>
  <inkml:trace contextRef="#ctx0" brushRef="#br0" timeOffset="95947">14991 12099 24575,'0'6'0,"0"17"0,0-6 0,0 34 0,0-26 0,0 14 0,0-18 0,0 0 0,0-1 0,0 5 0,0-3 0,0 2 0,0-3 0,0 0 0,0-4 0,0 3 0,0-7 0,0 4 0,0-5 0,0 14 0,0-7 0,0 11 0,0-5 0,0 1 0,0-1 0,0 4 0,0-7 0,3 6 0,-2-6 0,6 6 0,-6-6 0,5 3 0,-2-1 0,0 2 0,2 0 0,-2 12 0,3-14 0,0 9 0,-3-12 0,-1-4 0,0-3 0,-3-6 0,6 1 0,-3-5 0,5 1 0,-1-5 0,1 0 0,1 0 0,1 0 0,3 0 0,0 0 0,-1 0 0,7 0 0,-5 0 0,4 0 0,-8 0 0,-1 0 0,3 0 0,-2 0 0,2 0 0,0 0 0,-2 0 0,0 0 0,2 0 0,-6 0 0,3 0 0,0 0 0,0 0 0,1 0 0,-1 0 0,-4 0 0,-1 3 0,1-3 0,-2 3 0,0 2 0,0-3 0,-3 3 0</inkml:trace>
  <inkml:trace contextRef="#ctx0" brushRef="#br0" timeOffset="97770">15657 12801 24575,'0'13'0,"0"1"0,3 16 0,1-7 0,3 3 0,-1-9 0,1-1 0,-4-2 0,3 2 0,-2 0 0,2-2 0,-2 6 0,2-7 0,-2 7 0,2-1 0,1-1 0,-1 0 0,-2-5 0,1-3 0,-2-1 0,1-3 0,1 0 0,-2-1 0,3 1 0,0 0 0,0 0 0,0-3 0,0 3 0,-1-6 0,1 3 0,0-3 0,0 0 0,0 0 0,0 0 0,0 0 0,0 0 0,-1 0 0,1 0 0,0 0 0,0 0 0,0-3 0,0-7 0,7-10 0,-5-6 0,8-1 0,-5-2 0,1 3 0,1 1 0,-5 0 0,2 4 0,-3 0 0,0 1 0,-4 2 0,0 2 0,-3 0 0,0 2 0,0-6 0,0 6 0,0-2 0,0 3 0,0 0 0,0 1 0,0 2 0,0 1 0,0 0 0,-8-7 0,3 2 0,-10-1 0,-1 3 0,2 4 0,-8-1 0,8 5 0,-6-2 0,3 5 0,0-2 0,-3 3 0,-1 0 0,-1 0 0,-3-3 0,4 2 0,1-2 0,-1 3 0,0 0 0,4 0 0,1 0 0,6 0 0,1 0 0,3 0 0,0 0 0,3 3 0,-3 0 0,3 3 0,0 3 0,-3-3 0,6 3 0,-3-4 0,3-1 0,0-2 0</inkml:trace>
  <inkml:trace contextRef="#ctx0" brushRef="#br0" timeOffset="101087">16527 12792 24575,'-13'3'0,"0"1"0,-9 8 0,4-4 0,-5 4 0,3-5 0,3 0 0,-4 0 0,4-1 0,0-2 0,4-1 0,1-3 0,2 0 0,1 0 0,0 0 0,2 2 0,-2-1 0,3 2 0,0-3 0,0 0 0,0 2 0,0-1 0,0 4 0,0-2 0,-3 4 0,3-2 0,-3 2 0,3-2 0,0 1 0,0 3 0,2-3 0,2 3 0,2-3 0,0 0 0,0 0 0,0-1 0,0 1 0,0 5 0,0-3 0,0 3 0,0-5 0,0-1 0,0 1 0,0 3 0,2-2 0,2 8 0,2-8 0,0 4 0,0-5 0,0 3 0,0-2 0,0 2 0,0-3 0,0 0 0,0-1 0,0-1 0,-1 1 0,1-4 0,0 4 0,0-5 0,0 6 0,0-6 0,0 6 0,0-3 0,-1 0 0,1 2 0,0-1 0,3 1 0,-3-1 0,3-2 0,2-2 0,-3 0 0,6 0 0,-7 0 0,2 0 0,2 0 0,0 0 0,4 0 0,-5 0 0,2-3 0,-3-3 0,4-4 0,-3-3 0,8-5 0,-10 3 0,7 0 0,-6 3 0,-2 2 0,2-3 0,-3 4 0,1-3 0,-1 2 0,0-3 0,0 4 0,-3 0 0,0 3 0,-3 0 0,0 0 0,0-3 0,0 2 0,0-5 0,0 6 0,0-3 0,0-3 0,0 5 0,0-4 0,0 2 0,0 3 0,0-3 0,-5-3 0,3 5 0,-6-5 0,7 6 0,-4 0 0,4 1 0,-1 4 0,2 4 0,0 4 0,0 1 0,0-2 0,0 0 0,0 0 0,0 0 0,0 3 0,0 4 0,0 4 0,3 0 0,-3 3 0,6-6 0,-2 5 0,-1-5 0,3 2 0,-5-6 0,4-1 0,-4-3 0,2 0 0,-3 0 0,0 0 0,0-1 0,2 1 0,-1 0 0,4 0 0,-4 0 0,4 3 0,-4-3 0,2 3 0,-1-3 0,-1 0 0,2 0 0,-1 0 0,-1 0 0,4 0 0,-2 2 0,1-1 0,1 1 0,-2 1 0,1-2 0,1 2 0,-4-3 0,4 0 0,-2-1 0,3 1 0,0-2 0,-3 1 0,3-5 0,-3 3 0,3-3 0,0 3 0,0-3 0,-1 3 0,1-3 0,0 0 0,0 0 0,0 0 0,0 0 0,0 0 0,0 0 0,3 0 0,0-6 0,8-1 0,0-7 0,3 0 0,-8 7 0,-3 1 0</inkml:trace>
  <inkml:trace contextRef="#ctx0" brushRef="#br0" timeOffset="103846">17360 12073 24575,'0'5'0,"0"-3"0,0 14 0,0-5 0,0 13 0,0-9 0,0 11 0,0-13 0,0 7 0,0-3 0,0 4 0,0 0 0,0 17 0,0-13 0,0 13 0,0-14 0,0-2 0,0 6 0,0-6 0,0 20 0,0-17 0,0 17 0,0-21 0,0 8 0,0-2 0,0-4 0,0-1 0,0-9 0,0-1 0,0-2 0,0 2 0,0-5 0,0 5 0,0-6 0,0 3 0,0 0 0,0 1 0,0 2 0,0-3 0,0 0 0,0 0 0,0-2 0,0 5 0,0-5 0,0 5 0,0-3 0,0 1 0,0-1 0,0-3 0,0 0 0,0 0 0,0-1 0,0 1 0,-3-17 0,-4 0 0,-1-12 0,-18-19 0,13 19 0,-11-20 0,11 26 0,6 0 0,-2 1 0,-1 2 0,3 1 0,-2 1 0,3 2 0,-1 1 0,-2-4 0,2 7 0,-2-3 0,4 3 0,-1 0 0,-3 2 0,2-1 0,-5 2 0,5-1 0,-11-1 0,10 1 0,-10 1 0,12-3 0,-3 6 0,0-3 0,2 3 0,-1 0 0,2 0 0,0 0 0,0 0 0,0 0 0,0 0 0,0 3 0,0 0 0,0 3 0,0 0 0,0 0 0,0 0 0,0-1 0,0 1 0,0 0 0,1 0 0,-1 0 0,2 0 0,-1 3 0,1-3 0,1 6 0,0-6 0,3 3 0,0-3 0,0 0 0,0 3 0,0 0 0,-3 4 0,3 3 0,-6-2 0,5 2 0,-2-3 0,3 0 0,0 0 0,0-4 0,0 0 0,0-3 0,0 0 0,0 0 0,0 0 0,0 0 0,0 0 0,0-1 0,0 1 0,0 0 0,0 0 0,3 3 0,-2-2 0,4 2 0,-1-4 0,4 4 0,-1-2 0,1 1 0,1 0 0,-3-4 0,6 2 0,-6-4 0,3-1 0,0 4 0,-2-4 0,5 5 0,-5-6 0,5 6 0,-3-5 0,4 4 0,0-4 0,-1 5 0,1-5 0,0 1 0,0 1 0,0-2 0,-1 2 0,-2-3 0,-1 0 0,5 2 0,-6-1 0,6 2 0,-8-3 0,0 0 0,0 0 0,0 0 0,0 0 0,-1 0 0,1 0 0,0 0 0,0 0 0,0 0 0,0 0 0,0 0 0,0 0 0,3-3 0,-3-1 0,6-2 0,-5 0 0,4 0 0,-4 3 0,-1-3 0,-1 3 0,-2 0 0,1 0 0,-2 3 0</inkml:trace>
  <inkml:trace contextRef="#ctx0" brushRef="#br0" timeOffset="105758">15574 9120 24575,'-31'0'0,"4"0"0,-19 0 0,3 0 0,1 0 0,7 0 0,-3 0 0,8 0 0,-1 0 0,-5 0 0,-4 0 0,3 0-1347,1 0 1,1 0 1346,-16 0 0,0 0 0,15 0 0,2 0-284,-3 0 1,-1 0 283,3 0 0,0 0 0,-5 0 0,0 0 0,4 0 0,1 0 0,2 0 0,0 0 0,-11 0 0,3 0 0,-1 0 0,4 2 0,-2 0 0,13 1 0,1 0 0,-24 2-210,23-3 1,0 0 209,-8-2 0,-14 0 0,12 0 0,-6 0 0,17 0 0,-7 0 1874,14 0-1874,-3 0 1306,13 0-1306,3 0 0,3 0 0,0 0 0</inkml:trace>
  <inkml:trace contextRef="#ctx0" brushRef="#br0" timeOffset="108036">12553 8424 24575,'0'6'0,"0"3"0,0 0 0,0 1 0,0 1 0,0-4 0,0 24 0,0-16 0,0 20 0,0-14 0,0 1 0,0 3 0,0-5 0,0 1 0,0 13 0,0-6 0,0 11 0,0-13 0,0-1 0,0 15-236,0-9 1,0 0 235,0 10 0,0 8 0,0-4 0,0 6 0,0-15 0,0 1 0,0-9 0,0 0 0,0 6 0,0 0 0,0 15 0,0-3 0,3-1 0,-2 5 0,3-10 0,-4 5 0,0-10 0,0-1 0,0-8 0,0-5 0,0-5 0,0-6 0,0-1 117,0-1 1,0-4 0,0 1 0</inkml:trace>
  <inkml:trace contextRef="#ctx0" brushRef="#br0" timeOffset="111113">12489 8497 24575,'9'0'0,"10"0"0,-1 0 0,5 0 0,1 0 0,-6 0 0,7 0 0,-1 0 0,-6 3 0,15 4 0,-17 0 0,13 3 0,-15-4 0,2 1 0,-3-1 0,0 1 0,-1 2 0,5-2 0,-4 2 0,7 1 0,-3-2 0,4 5 0,0-6 0,3 7 0,-2-6 0,7 5 0,-8-5 0,13 12 0,-11-11 0,4 13 0,-7-10 0,-2 4 0,-1 1 0,3-2 0,-5 5 0,1-3 0,-5 4 0,2 0 0,-5-1 0,2 1 0,-3 0 0,0 13 0,-3-6 0,-1 6 0,-3-5 0,0-3 0,0 3 0,0 5 0,0 6 0,0-7 0,0 9 0,-7-11 0,-2 9 0,-11 4 0,4-11 0,-4 9-521,2-14 521,5-6 0,0 0 0,-7 4 0,-8 13 0,10-20 0,-5 8 0,0-5 0,1 0 0,1-4 521,-1 0-521,1-4 0,-5 2 0,7-4 0,-3 0 0,9-6 0,1 1 0,-5-1 0,3-2 0,-5 2 0,1-2 0,-2 0 0,-1 2 0,-4-5 0,3 2 0,1-3 0,1 0 0,10 0 0,-6 0 0,9 0 0,1 0 0,3 0 0</inkml:trace>
  <inkml:trace contextRef="#ctx0" brushRef="#br0" timeOffset="114766">13541 8838 24575,'-6'0'0,"-6"0"0,-7 0 0,3 0 0,-1 0 0,11 0 0,3 2 0,-3-1 0,3 4 0,-3-2 0,-3 4 0,2-1 0,-5 0 0,5 3 0,-2-2 0,3 2 0,0-3 0,0-1 0,3 1 0,0 0 0,3 0 0,0 0 0,0 0 0,-3 18 0,2-7 0,-2 11 0,3-8 0,0-6 0,0 2 0,0-7 0,-3 3 0,3-5 0,-3 2 0,3-3 0,0 0 0,0 0 0,5 2 0,-1-1 0,4 1 0,-2-2 0,0 0 0,0 0 0,0-3 0,0 2 0,3-4 0,-3 2 0,3-3 0,-3 0 0,0 0 0,0 0 0,0 0 0,0 0 0,0 0 0,0 0 0,-1 0 0,1 0 0,0 0 0,0 0 0,0 0 0,0 0 0,3-3 0,-3-1 0,3-2 0,-3 0 0,0 0 0,0 0 0,0 0 0,-3 0 0,0 1 0,-3-1 0,0-3 0,0 2 0,0-2 0,0 0 0,0-1 0,0 1 0,0 0 0,0 3 0,0 0 0,0 0 0,0 0 0,0-3 0,0 0 0,0-1 0,0-2 0,0 2 0,0-3 0,0-2 0,0 4 0,0 0 0,0 5 0,0 0 0,0 5 0,0 19 0,0-5 0,0 18 0,0-14 0,3 4 0,1 0 0,3-1 0,-1 1 0,4 5 0,-2-7 0,6 11 0,-6-18 0,3 5 0,-7-11 0,4 3 0,-5-5 0,6 3 0,-3-6 0,0 2 0,0-1 0,0-1 0,-1 2 0,1-3 0,0 0 0,0 0 0,-3-3 0,3-3 0,-6-4 0,3 4 0,-3 0 0</inkml:trace>
  <inkml:trace contextRef="#ctx0" brushRef="#br0" timeOffset="116343">13789 8441 24575,'0'6'0,"0"0"0,0 9 0,0-7 0,0 12 0,0-13 0,0 8 0,0-5 0,3-1 0,-3 3 0,6-5 0,-6 5 0,3-5 0,0 10 0,0-6 0,4 8 0,-4-3 0,3 1 0,-5 4 0,2 0 0,0-1 0,-2 1 0,5-4 0,-3 3 0,1-6 0,2 5 0,-5-5 0,5 2 0,-6-3 0,6-3 0,-6 2 0,6-6 0,-3 6 0,3 1 0,-2-3 0,1 2 0,-4-6 0,4 2 0,-4-1 0,2 2 0,0-3 0,0 0 0,3-3 0,2 2 0,-1-4 0,4 4 0,-1-4 0,3 2 0,0-3 0,-1 0 0,1 0 0,0 0 0,0 0 0,-1 0 0,-2 0 0,2-3 0,-5-3 0,2-1 0,-3-2 0,0 3 0,0 0 0,0-3 0,0 5 0,-3-4 0,-1 5 0,-2 0 0,0 0 0</inkml:trace>
  <inkml:trace contextRef="#ctx0" brushRef="#br0" timeOffset="118036">13686 8711 24575,'9'-7'0,"4"-4"0,-3 7 0,1-4 0,-3 2 0,-1 3 0,1-3 0,1 3 0,-3-3 0,3 0 0,-3 3 0,0-3 0,0 3 0,-1 0 0,4-3 0,15-11 0,3-3 0,0 5 0,3-8 0,-1 0 0,-8 11 0,-4-2 0,0 4 0,-8 4 0,0 2 0,-5 4 0,-7 4 0,-1 2 0,-11 5 0,10-4 0,-3 5 0,8-6 0,0-1 0,0-1 0,0-2 0</inkml:trace>
  <inkml:trace contextRef="#ctx0" brushRef="#br0" timeOffset="120714">14337 8762 24575,'-9'0'0,"-7"0"0,2 0 0,-5-3 0,7 3 0,2-6 0,-2 3 0,-4-7 0,2 3 0,-1-2 0,3 3 0,2-3 0,0 2 0,-2-2 0,5 3 0,-2 2 0,3-1 0,-3 1 0,3 1 0,-3-3 0,3 6 0,0-3 0,0 3 0,2 3 0,2 0 0,2 3 0,0 0 0,0 0 0,0 2 0,0-1 0,0 2 0,0 0 0,0-2 0,0 2 0,0-4 0,0 1 0,0 0 0,0 0 0,0 3 0,0 1 0,0 3 0,0-1 0,0-2 0,0 5 0,2-7 0,-1 8 0,4-7 0,-4 4 0,2-3 0,0-1 0,-3-3 0,3-1 0,-1 1 0,-1 0 0,2 0 0,-3 0 0,2 0 0,-1 0 0,4-3 0,-1 2 0,1-2 0,1 3 0,0-2 0,0 1 0,0-5 0,0 6 0,0-6 0,5 3 0,-3-3 0,6 0 0,-4 0 0,0 0 0,2 0 0,-3 0 0,4 0 0,-3 0 0,2 0 0,-3 0 0,1 0 0,2 0 0,-2-3 0,5-3 0,-4-4 0,3 3 0,-7-1 0,2 4 0,-3-2 0,0 3 0,-3-2 0,0 1 0,-3-1 0,0-1 0,0 0 0,0 0 0,0-3 0,0 2 0,0-2 0,0 3 0,0 0 0,0 0 0,0 0 0,0 0 0,-3 0 0,0-3 0,-1 3 0,-1-4 0,2 5 0,-1-1 0,-1 0 0,4 0 0,-4 2 0,4 4 0,-1 4 0,2 1 0,0 1 0,0 3 0,0-3 0,0 3 0,0-3 0,0 0 0,0 0 0,0-1 0,0 1 0,2 0 0,2 0 0,1 0 0,1 0 0,0 0 0,3 0 0,-2 0 0,5 0 0,-6 0 0,6 0 0,-2 1 0,0-4 0,1 2 0,-4-4 0,1 4 0,-2-4 0,0 2 0,0-3 0,0 0 0,2 0 0,-1 0 0,1 0 0,-2 0 0,3 0 0,3 0 0,-4-3 0,0 0 0,-8-3 0,0 2 0,0 2 0</inkml:trace>
  <inkml:trace contextRef="#ctx0" brushRef="#br0" timeOffset="122110">14511 8599 24575,'12'11'0,"-5"-3"0,6 5 0,-6-6 0,4 4 0,-7-4 0,4 1 0,-5 1 0,3-2 0,6 13 0,-5-11 0,5 8 0,-6-8 0,0-3 0,0 6 0,0-5 0,0 1 0,0-2 0,0 3 0,0-3 0,-3 3 0,2-3 0,-1 0 0,-1 0 0,2 0 0,-4 0 0,2 0 0,-3-3 0,0 0 0</inkml:trace>
  <inkml:trace contextRef="#ctx0" brushRef="#br0" timeOffset="122853">14411 8328 24575,'0'0'0</inkml:trace>
  <inkml:trace contextRef="#ctx0" brushRef="#br0" timeOffset="126290">14722 8599 24575,'0'6'0,"5"3"0,-1-3 0,2 3 0,-1-1 0,-2-1 0,3 4 0,-3-5 0,2 0 0,-4-1 0,4-1 0,-1 4 0,1-1 0,-1 1 0,1-2 0,-2 0 0,0 0 0,3 0 0,-6 0 0,6 0 0,-6-1 0,5-1 0,-1 4 0,2-4 0,3 8 0,-3-6 0,3 3 0,-3-4 0,-3 1 0,2 0 0,-4 0 0,1-8 0,-2 0 0,0-10 0,0-3 0,-3-3 0,-1-18 0,-7 3 0,7-3 0,-7-1 0,7 10 0,-1-12 0,0 11 0,1-1 0,2-12 0,-2 15 0,1 0 0,3 2 0,0 6 0,0-1 0,0 8 0,0-5 0,0 10 0,0-3 0,0 3 0,3 2 0,18 2 0,-8 2 0,12 0 0,-13 0 0,-5 0 0,5 0 0,-6 0 0,3 0 0,-3 0 0,0 0 0,0 2 0,0 2 0,2 4 0,-1-1 0,1 1 0,-2-2 0,0 3 0,0 1 0,1-1 0,-1 0 0,0-3 0,0 0 0,-3 0 0,2 0 0,-4 0 0,4 3 0,-2-3 0,4 6 0,-1-2 0,1 6 0,-1-2 0,1 6 0,-1-7 0,1 4 0,-1-5 0,-2 1 0,1-3 0,-4 1 0,4-4 0,-4 1 0,4-2 0,-2 0 0,0 0 0,0 0 0,0 0 0,-3 0 0,3-3 0,-3 0 0</inkml:trace>
  <inkml:trace contextRef="#ctx0" brushRef="#br0" timeOffset="132792">18887 4774 24575,'0'13'0,"2"-6"0,22 33 0,-5-13 0,10 10 0,-8-9 0,-5-1 0,-1-9 0,-1 6 0,0-1 0,-1-5 0,11 26 0,-13-22 0,7 16 0,0 3 0,2-3 0,-3 6 0,-6-20 0,-1-1 0,3 11 0,5 10 0,-7-20 0,4 2 0,-9-10 0,8 1 0,-14-11 0,6-3 0,-6 0 0,3-3 0</inkml:trace>
  <inkml:trace contextRef="#ctx0" brushRef="#br0" timeOffset="135478">19013 4753 24575,'0'-9'0,"2"2"0,2-1 0,5 4 0,1-6 0,8-2 0,-4 1 0,8-2 0,-8 4 0,6-1 0,-7 3 0,7-6 0,1 2 0,-3 0 0,6-2 0,-7 2 0,8-3 0,-3 0 0,2 0 0,-6 0 0,1 3 0,-5-1 0,6 5 0,-7-5 0,4 7 0,-8-3 0,3 4 0,-2-2 0,0 0 0,2 2 0,-2 2 0,-1 2 0,3 0 0,-5 0 0,5 0 0,-5 0 0,1 0 0,-2 0 0,0 0 0,0 0 0,0 0 0,0 0 0,0 0 0,0 0 0,2 5 0,-4-1 0,4 7 0,-2 5 0,2-2 0,1 1 0,-3-3 0,0-2 0,-2 3 0,1-4 0,-1 3 0,-1-5 0,3 5 0,-6-5 0,3 5 0,-3-3 0,0 4 0,0-3 0,0 5 0,0-4 0,0 9 0,0 2 0,-3 9 0,-1-6 0,-7 3 0,1-11 0,-1 0 0,-1 0 0,1-1 0,1-5 0,1 4 0,3-8 0,0 2 0,0-3 0,0-3 0,0 2 0,0-2 0,0 3 0,5-3 0,-1 3 0,5-3 0,-3 6 0,0-2 0,0 5 0,0-3 0,0 1 0,-3 2 0,-1-2 0,-5 0 0,2 2 0,-2-6 0,2 6 0,1-5 0,0 5 0,0-5 0,-3 5 0,2-6 0,-2 3 0,0-3 0,2 0 0,-2 4 0,0-4 0,2 3 0,-2-3 0,3-2 0,0 1 0,0-4 0,0 4 0,0-4 0,3 4 0,-2-5 0,-1 8 0,-1-4 0,-1 5 0,2-3 0,-3 2 0,-4 5 0,2-3 0,0 2 0,2-3 0,2-2 0,-5 2 0,5-3 0,-2 0 0,3 0 0,0-3 0,3-3 0,3-3 0,6-6 0,0 3 0,3 0 0,-3-3 0,3 5 0,4-6 0,1 1 0,6-2 0,-3-2 0,4 2 0,12-5 0,-12 8 0,12-2 0,-16 4 0,0 5 0,-1-2 0,12 3 0,-8 0 0,31 0 0,-26 0 0,14 0 0,-14 0 0,-4 0 0,8 0 0,-7 0 0,2 0 0,-3 0 0,0 0 0,-1 3 0,1 1 0,2 5 0,-5-2 0,0 3 0,-8-4 0,2 0 0,0 3 0,-2-2 0,2 1 0,-6 1 0,0-2 0,0 2 0,0-3 0,0 0 0,0 0 0,0-1 0,-3 1 0,2-2 0,-4-2 0,1-2 0</inkml:trace>
  <inkml:trace contextRef="#ctx0" brushRef="#br0" timeOffset="137029">19925 4838 24575,'0'-18'0,"0"7"0,0-11 0,0 6 0,0 2 0,0-15 0,0 9 0,0-10 0,0 16 0,0-6 0,0 10 0,0-10 0,0 6 0,0 1 0,0 1 0,0 2 0,0 0 0,0 1 0,0 3 0,-2 0 0,-2 3 0,-2-2 0,1 4 0,-1-2 0,-3 3 0,-3 0 0,1 0 0,0 0 0,5 0 0,0 0 0,3 6 0,-3 1 0,3 6 0,-4 3 0,3-2 0,-2 2 0,6-6 0,-6 2 0,5-2 0,-4 2 0,4 1 0,-2-3 0,0 2 0,2-6 0,-2 3 0,3 0 0,0-3 0,0 3 0,0-3 0,0 0 0,0 0 0,6 2 0,-2-4 0,2 4 0,-1-5 0,-2 3 0,3 0 0,0 0 0,0 0 0,0-1 0,-1 1 0,7 3 0,-5-2 0,8 2 0,-8-6 0,5 3 0,-6-3 0,6 0 0,-5 3 0,5-6 0,-6 6 0,6-6 0,-5 3 0,2-3 0,0 0 0,1 0 0,-1 0 0,3 0 0,-2 0 0,3 0 0,0 0 0,-1 0 0,1 0 0,0 0 0,0 0 0,-1 0 0,1 0 0,6 0 0,-5-3 0,4-3 0,-8-1 0,2-3 0,-2 4 0,-1 0 0,0 0 0,-3 0 0,0 0 0,-3-3 0,2 2 0,-4-2 0,2 0 0,-3 2 0,0-2 0,0 3 0,0 0 0,0 0 0,0 3 0,0 1 0</inkml:trace>
  <inkml:trace contextRef="#ctx0" brushRef="#br0" timeOffset="138458">20209 4310 24575,'0'6'0,"0"0"0,0 0 0,-3 0 0,-3 0 0,2-1 0,-4 1 0,8 3 0,-6 1 0,5 0 0,-1-1 0,-1 0 0,2-3 0,-2 3 0,0 0 0,3 1 0,-3 3 0,3-1 0,-6-2 0,5 2 0,-5 2 0,3-4 0,3 3 0,-3-7 0,3 0 0,0-1 0,0 1 0,0 0 0,0 0 0,2-3 0,2 0 0,2-3 0,2 0 0,-1 0 0,4 0 0,-1 0 0,3 0 0,3 0 0,-2 0 0,5 0 0,-1 0 0,2 0 0,1-3 0,0 2 0,-4-2 0,3 0 0,-7 2 0,7-2 0,-6 0 0,2 3 0,-3-3 0,0 3 0,-4 0 0,3 0 0,-5 0 0,2 0 0,-3 0 0,0 0 0,-1 0 0,1 0 0,-2 2 0,-2 2 0,1 1 0,-3 1 0,3 0 0,-3 0 0,0 0 0,0 0 0,0 0 0,0 0 0,0 5 0,0-4 0,0 5 0,0-3 0,0 1 0,0 2 0,0 1 0,0-3 0,0 2 0,0-2 0,-3-1 0,0 3 0,-3-2 0,-4 0 0,3 2 0,-5-5 0,5 2 0,-2-3 0,0 3 0,2-2 0,-2 2 0,3-4 0,1-1 0,-1-2 0,2-2 0,2 0 0</inkml:trace>
  <inkml:trace contextRef="#ctx0" brushRef="#br0" timeOffset="140025">20729 4690 24575,'0'-10'0,"0"1"0,0-8 0,3 1 0,-2-5 0,4 8 0,-4-2 0,2 8 0,-3-2 0,0 0 0,0 2 0,0-2 0,0 3 0,0 0 0,0 0 0,0 0 0,0-3 0,0 3 0,-3-1 0,0-1 0,-7 6 0,4-3 0,-4 5 0,5 0 0,-1 0 0,0 0 0,0 0 0,0 0 0,0 0 0,0 2 0,3 2 0,-3 5 0,0 0 0,2 0 0,-4 3 0,4-5 0,1 2 0,0-4 0,0 1 0,3 0 0,-5 0 0,4 0 0,-4 0 0,4 0 0,-2 0 0,3-1 0,0 1 0,0 0 0,0 0 0,0 0 0,0 0 0,0 0 0,3 0 0,0 0 0,3-3 0,-3 2 0,3-4 0,-3 7 0,3-7 0,0 7 0,-1-8 0,1 6 0,0-3 0,0 3 0,0 0 0,0-1 0,0 1 0,0 0 0,-1 0 0,1 0 0,3 0 0,-2 0 0,2 0 0,-3 0 0,0 0 0,0 0 0,2 0 0,-1 0 0,1-1 0,-2 1 0,0-2 0,0 1 0,0-5 0,-1 3 0,1-3 0,0 0 0,3 0 0,-3 0 0,3 0 0,-3 0 0,0 0 0,2 0 0,2-3 0,-1 0 0,3-4 0,-5-2 0,5 2 0,-5-2 0,2 0 0,-3 2 0,3-7 0,-3 6 0,3-7 0,-3 9 0,-2-1 0,-2 5 0</inkml:trace>
  <inkml:trace contextRef="#ctx0" brushRef="#br0" timeOffset="141094">20953 4129 24575,'0'6'0,"0"6"0,0-2 0,9 11 0,-1-7 0,13 10 0,-7-10 0,5 2 0,-9 0 0,2-6 0,13 22 0,-8-15 0,12 18 0,-19-17 0,3 3 0,-5-1 0,4-6 0,-5 2 0,5-3 0,-5 2 0,2-1 0,-2 1 0,2-2 0,1 2 0,0-1 0,-1 1 0,3 1 0,-5-3 0,8 3 0,-8-7 0,2 3 0,3 1 0,-4-3 0,4 2 0,-7-6 0,1 0 0,0-3 0,0 2 0,0-4 0,0 2 0,0-3 0,0 0 0,0-6 0,0-1 0,0-6 0,1 0 0,-4 6 0,0 1 0</inkml:trace>
  <inkml:trace contextRef="#ctx0" brushRef="#br0" timeOffset="142364">20834 4391 24575,'12'0'0,"7"0"0,-5 0 0,5 0 0,-6 0 0,0 0 0,0 0 0,2 0 0,-2 0 0,0-3 0,2 2 0,-7-4 0,7 4 0,-8-1 0,5-1 0,-5 0 0,5-4 0,-3 4 0,-2-6 0,5 8 0,-5-8 0,5 6 0,-2-6 0,-2 5 0,-4-5 0,1 6 0,1-6 0,4 0 0,-1-1 0,3 1 0,-5 6 0,2-3 0,-4 6 0,-1-6 0,-2 8 0,-2-1 0,0 2 0,0 0 0</inkml:trace>
  <inkml:trace contextRef="#ctx0" brushRef="#br0" timeOffset="144356">23047 7517 24575,'0'-6'0,"0"-3"0,0 2 0,0-10 0,0 9 0,0-10 0,0 11 0,0-5 0,0 5 0,11-10 0,-6 9 0,9-6 0,-8 8 0,0 0 0,0 0 0,0 2 0,0-1 0,0 4 0,-1-1 0,1 2 0,0 0 0,-3 2 0,3-1 0,-3 4 0,3-1 0,0 1 0,0 1 0,-3 0 0,2 0 0,-4 0 0,4 0 0,-4 0 0,1 0 0,-2-1 0,3 1 0,0 0 0,3 6 0,0-2 0,1 2 0,-1 0 0,-3-5 0,3 2 0,-6 0 0,3-2 0,-3 2 0,0-4 0,0 1 0,0 0 0,0 0 0,0 0 0,0-3 0,0 0 0</inkml:trace>
  <inkml:trace contextRef="#ctx0" brushRef="#br0" timeOffset="145826">23396 7511 24575,'30'0'0,"0"0"0,18 0 0,-21 0 0,0 0-1171,4 0 1,1 0 1170,4 0 0,0 0 0,-9 0 0,0 0 368,2 0 1,-2 0-369,9 0 389,2 0-389,-12 0 0,5 0 0,-3 0 1205,-10 0-1205,10 0 10,-10 0-10,7 0 0,0 0 0,-4 0 0,4-3 0,0-5 0,5-3 0,5-5 0,-7 5 0,1-1 0,15-5-283,-18 5 0,1 1 283,11-5 0,-3 1 0,-9 5 0,1 1 0,7-4 0,13-1 0,-26 7 0,4 2 0,-4-1 0,-4 6 0,3-7 566,-7 7-566,3-6 0,-3 5 0,0-2 0,0 0 0,-1 0 0,1-1 0,4-2 0,-4 2 0,3 1 0,1-3 0,0 5 0,13-5 0,-7 5 0,7-2 0,-10 0 0,1 2 0,0-2 0,-1 3 0,1-3 0,-4 2 0,3-2 0,-6 0 0,6 2 0,-7-1 0,4 2 0,-1 0 0,-3 0 0,7 0 0,-6 0 0,2 0 0,-6 0 0,-1 0 0,-3 0 0,0 0 0,-1 0 0,-1 0 0,-2 0 0</inkml:trace>
  <inkml:trace contextRef="#ctx0" brushRef="#br0" timeOffset="148130">24855 6840 24575,'-10'0'0,"-13"0"0,7 0 0,-10 0 0,7 0 0,5 0 0,-15 0 0,9 0 0,-6 0 0,9 0 0,5 0 0,-1 0 0,3 0 0,1 3 0,0 3 0,2 1 0,-2 8 0,5-4 0,-8 14 0,10-10 0,-9 4 0,10-3 0,-7-9 0,6 9 0,-3-9 0,5 2 0,0-3 0,0 0 0,0-1 0,0 1 0,0 0 0,0 3 0,0 10 0,0 0 0,0 22 0,3-17 0,-2 8 0,4-15 0,2 1 0,0-7 0,2 7 0,-3-12 0,0 6 0,0-5 0,3 2 0,-2 0 0,5-2 0,-2 3 0,0-4 0,2 0 0,-3 0 0,4-2 0,0 1 0,0-1 0,3 3 0,-2-4 0,2 0 0,0 0 0,-2-2 0,6 2 0,-3-3 0,3 0 0,1 0 0,13 0 0,-14 0 0,13 0 0,-15 0 0,2 0 0,-3-3 0,3-1 0,-6-2 0,-1-4 0,-1 3 0,-5-2 0,2 3 0,-3 0 0,0-6 0,-3 5 0,0-8 0,-3 9 0,0-6 0,0 2 0,0-12 0,0 3 0,0-7 0,0 5 0,0-4 0,0 3 0,-3-6 0,-4 6 0,-1-3 0,-2 4 0,3 1 0,-3 2 0,3 2 0,-5 3 0,5 0 0,-6 3 0,3-2 0,-2 5 0,2-5 0,-3 5 0,3-2 0,-2 2 0,-4-2 0,3 2 0,-3-2 0,6 5 0,-2-2 0,3 3 0,-1-3 0,-2-1 0,2 1 0,0 0 0,1 2 0,3-1 0,-2 4 0,1-1 0,-2 2 0,3 0 0,3 2 0,1-1 0,2 2 0</inkml:trace>
  <inkml:trace contextRef="#ctx0" brushRef="#br0" timeOffset="149178">24984 7138 24575,'13'16'0,"-2"-2"0,17 28 0,-14-19 0,1 0 0,0 1 0,3 6 0,-6-3 0,6 6 0,-7-11 0,0 3 0,-1-8 0,-3-1 0,-1-3 0,0-3 0,0-2 0,0-2 0,0 0 0,-3 0 0,0 0 0,0 0 0,-3 0 0,3 0 0,-3 0 0,0-3 0,0-1 0</inkml:trace>
  <inkml:trace contextRef="#ctx0" brushRef="#br0" timeOffset="151214">22092 7852 24575,'-7'3'0,"-4"8"0,9 0 0,-6 19 0,7-14 0,-2 5 0,3-5 0,0-6 0,0 6 0,0-6 0,0-1 0,0-3 0,0 0 0,0 0 0,0 3 0,0 0 0,0 4 0,0 0 0,0 0 0,0-1 0,0 13 0,0-9 0,0 12 0,0-15 0,0 7 0,3-6 0,0 2 0,4 0 0,2-2 0,-1 6 0,1-10 0,-3 6 0,1-6 0,2 0 0,-2-1 0,5-3 0,0 3 0,1-2 0,3-1 0,0-3 0,-2-3 0,5 0 0,-5 0 0,6 0 0,-3 0 0,4 0 0,-4 0 0,3-3 0,-7-1 0,4-3 0,-5-2 0,-2 2 0,-1-2 0,-3 0 0,0 2 0,0-2 0,-3-2 0,0 3 0,-3-6 0,0 7 0,0-5 0,0-1 0,0-5 0,0-2 0,0-1 0,0 0 0,0-4 0,0 0 0,-3-1 0,-1 1 0,-3 4 0,0 4 0,1-3 0,-1 7 0,0-4 0,4 7 0,-6 1 0,5 3 0,-5 0 0,-2-3 0,3 2 0,-4-1 0,3 4 0,3-1 0,-6-1 0,2-1 0,0-2 0,-2-1 0,2 4 0,-3-4 0,1 4 0,2 0 0,1-1 0,3 4 0,0 0 0,0 3 0,0 0 0,0 3 0,3 0 0,-2 1 0,4 1 0,-4-2 0,4 3 0,-2 0 0,3-3 0,0 0 0</inkml:trace>
  <inkml:trace contextRef="#ctx0" brushRef="#br0" timeOffset="153262">22343 8282 24575,'6'3'0,"3"7"0,9 8 0,-3-5 0,1 7 0,-8-16 0,-5 2 0,3-1 0,-2-1 0,4 10 0,-4-6 0,5 9 0,-4-10 0,-1 5 0,1-6 0,-2 3 0,4 0 0,-2-2 0,2 5 0,-1-6 0,-3 6 0,2-5 0,-1 2 0,2-1 0,0-1 0,-3 2 0,-1-4 0,1-1 0,-2-2 0,1-2 0</inkml:trace>
  <inkml:trace contextRef="#ctx0" brushRef="#br0" timeOffset="154745">22556 8176 24575,'0'6'0,"0"0"0,0 6 0,0-5 0,0 5 0,0-7 0,0 1 0,0 3 0,0 7 0,3-2 0,-3 5 0,9-6 0,-5 3 0,5-2 0,-2-1 0,-1 3 0,3-3 0,-2 4 0,2-2 0,-2-5 0,-1 1 0,0-4 0,-3 1 0,-1-2 0,1 0 0,-2-8 0,1 0 0,-2-25 0,0 10 0,0-11 0,0 8 0,0 6 0,0-6 0,0 3 0,0-4 0,0-13 0,0 6 0,0 0 0,0-1 0,0-2 0,0-8 0,0 19 0,6-2 0,-2 3 0,5 1 0,-3 9 0,3 3 0,-3 0 0,3 0 0,-3 3 0,0 0 0,0 3 0,-3 3 0,0 0 0,-3 0 0,0 0 0</inkml:trace>
  <inkml:trace contextRef="#ctx0" brushRef="#br0" timeOffset="156400">22774 8228 24575,'6'0'0,"2"0"0,-1 0 0,4 0 0,-4-2 0,-2-1 0,1-3 0,-6 0 0,3 0 0,-3 0 0,0 0 0,0-3 0,0 2 0,-3 1 0,-3 3 0,0 3 0,-3 0 0,3-3 0,-3 3 0,2-6 0,-5 6 0,6-6 0,-3 6 0,3-3 0,0 1 0,0 1 0,0-2 0,0 3 0,0 0 0,0 0 0,0 0 0,3 3 0,0 0 0,3 3 0,0 0 0,0 0 0,0 0 0,0 0 0,0-1 0,3 1 0,-3 0 0,6 0 0,-3-3 0,0 3 0,0-3 0,-1 0 0,2 2 0,1-1 0,-1 1 0,1 4 0,-2-2 0,4 5 0,2 0 0,-3-1 0,3 3 0,-3-7 0,0 2 0,0-3 0,0 0 0,0 0 0,0-1 0,0 1 0,11 6 0,-2-4 0,7 1 0,-5-6 0,-5-3 0,5 0 0,-4 0 0,7 0 0,-6 0 0,2 0 0,-3 0 0,-1 0 0,1 0 0,0 0 0,0 0 0,-1 0 0,-2-6 0,-1 2 0,1-5 0,-4 5 0,3-1 0,-6 2 0,3-1 0,-6 2 0,3 2 0</inkml:trace>
  <inkml:trace contextRef="#ctx0" brushRef="#br0" timeOffset="158782">23096 7981 24575,'-5'0'0,"-1"0"0,-6 0 0,5 0 0,-4 0 0,5 0 0,0 0 0,0 0 0,0 0 0,-3 0 0,-1 3 0,0 3 0,1 1 0,3 1 0,1-2 0,1 0 0,2 0 0,2 0 0,0 0 0,0 0 0,0 0 0,0-1 0,0 1 0,0 0 0,0 0 0,0 0 0,0 0 0,2-3 0,-1 2 0,1-1 0,1-1 0,0-1 0,3-2 0,-2 3 0,1-2 0,-2 1 0,3-2 0,0 0 0,0 0 0,0 0 0,-1 0 0,1 0 0,0 0 0,3 0 0,-3 0 0,5 0 0,-4 0 0,1 0 0,-2 0 0,0 0 0,0 0 0,0 0 0,0 0 0,2-2 0,-1 1 0,1-4 0,-4 1 0,1 1 0,-5-2 0,6 2 0,-6-3 0,3 0 0,-3 0 0,0 0 0,0 0 0,0 0 0,0 0 0,0 5 0,0 7 0,0 4 0,3 11 0,0-7 0,10 17 0,-2-11 0,11 18 0,-8-15 0,1 3 0,0 3 0,7 11-530,-8-9 1,0 1 529,-2-6 0,0-1 0,-3 0 0,0 0-324,10 16 324,-2 8 0,-2-13 0,2 8 0,-2-9 0,-3-4 0,-2-7 0,-3-3 0,0 0 1041,-1-4-1041,1-1 342,0 0-342,-1-2 0,4 15 0,-3-10 0,0 11 0,-1-13 0,-5 3 0,5-6 0,-6 6 0,3-10 0,-3 6 0,0-6 0,0 2 0,0 1 0,0 0 0,0 0 0,0-1 0,-10 5 0,-2-2 0,-5 2 0,-3-4 0,-2 1 0,-3-3 0,-1-1 0,-12-2 0,18-4 0,-27 0 0,27-4 0,-18 0 0,16 0 0,-7-3 0,7-4 0,1-4 0,4-6 0,7 4 0,0-7 0,4 6 0,2-2 0,1-1 0,3 0 0,0-4 0,0-3 0,0 2 0,0-7 0,4 3 0,2 1 0,6-4 0,2 3 0,5-8 0,-7 11 0,10-10 0,-11 14 0,8-6 0,-6 4 0,1 4 0,-1 0 0,0 4 0,-3 1 0,5 5 0,-7 1 0,2 6 0,-8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4:59:17.9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15872 6963 24575,'0'6'0,"0"0"0,0-1 0,0 4 0,0-3 0,0 6 0,0-6 0,0 3 0,0-4 0,0 1 0,0 0 0,0 0 0,0 0 0,0 0 0,0 0 0,0 0 0,0 0 0,0-1 0,2 4 0,-1-3 0,2 3 0,-1-3 0,1 0 0,3-3 0,0 0 0,0-3 0,0 0 0,0 0 0,0 0 0,0 0 0,2 0 0,-1-3 0,1 2 0,-2-1 0,0-1 0,0 2 0,0-4 0,-3 2 0,5-3 0,-4 0 0,4 0 0,-2-6 0,0 5 0,0-5 0,-2 6 0,1-3 0,-4 2 0,2-2 0,-1 0 0,-1 3 0,2-6 0,-3 5 0,0-5 0,0 5 0,0-5 0,0 5 0,0-5 0,0 3 0,0-1 0,0 2 0,0 2 0,-3 0 0,-3 0 0,-1 2 0,-2 1 0,1 1 0,-2 1 0,1-2 0,-3 1 0,5 1 0,-1-2 0,2 3 0,0 0 0,0 0 0,0 0 0,-3 0 0,2 0 0,-2 0 0,-3 6 0,2 1 0,-6 3 0,3 2 0,0-2 0,4 0 0,0-1 0,3-3 0,0 0 0,0-1 0,3 1 0,-3 0 0,6 0 0,-3 0 0,3-3 0,0 0 0</inkml:trace>
  <inkml:trace contextRef="#ctx0" brushRef="#br0" timeOffset="1512">15858 8768 24575,'0'9'0,"0"0"0,0 10 0,0-5 0,0 4 0,0-5 0,0-3 0,0 2 0,0-6 0,0 3 0,0-3 0,0 0 0,0 0 0,0 3 0,0 3 0,0-1 0,0 7 0,0-2 0,0-1 0,0 7 0,0-2 0,0-2 0,0 8 0,0-13 0,0 4 0,0-5 0,0 5 0,0-4 0,0 1 0,0-2 0,0-6 0,0 6 0,0-5 0,0 2 0,0-3 0,0 0 0,-2 2 0,1-1 0,-2 1 0,3 1 0,0-3 0,-3 6 0,3-3 0,-3 1 0,0-2 0,2-2 0,-1 0 0,2 0 0,0 0 0,0-1 0,0 1 0,-3-2 0,3-2 0,-3-2 0</inkml:trace>
  <inkml:trace contextRef="#ctx0" brushRef="#br0" timeOffset="152255">12970 13522 24575,'17'3'0,"5"12"0,21 8 0,-21-6 0,1 1-867,8 0 0,5 1 867,2 5 0,5 2 0,-3-3-1473,-3-4 1,0-1 1472,5 4 0,5 4 0,0-2 0,-9-6 0,1 0 0,0-1 0,-2-1 0,3 3 0,-1 0 0,1 0 0,-2-2 0,2 1 0,1 0 0,1 0 0,-4 0 0,1 0 0,1 1 0,-2-2 0,-4-2 0,14 2 0,-1 1-483,-12-4 1,4 3 0,2 1-1,-2-1 1,-4-1 482,1-1 0,-3-2 0,-1 1 0,4 1 0,-1-1 0,1 1-663,4 1 1,2 1-1,-3-1 663,-5-1 0,-1-1 0,0-2 0,3-1 0,1-3 0,0 2 0,-4 1 0,-1 1 0,0-3-431,17 1 1,0-3 430,0 4 0,-2-1 0,-2 0 0,0-1 0,0-4 0,-1 1 0,-2 3 0,-1 0 345,0-3 1,0-1-346,-4 1 0,1 1 0,-4-1 0,2 0 0,-2 0 0,4-1 0,0 1 0,-5 0 0,2 0 0,-1 0 0,15-2 0,-1 0 0,-7 1 0,1 0 0,-9-3 0,2-1 0,0 1 0,3-1 0,2 1 0,-3-1 0,5-1 0,1 0 371,-1 0 1,3 0-1,-4 0-371,2 0 0,-1 0 0,9 0 0,1 0 0,-7 0 0,1 0 0,5 0 0,1 0 0,-4 0 0,1 0-7,-12-1 1,1-1-1,-1 0 7,-2-1 0,-1 0 0,3-1-249,13-2 0,3-1 0,-4 1 249,-1-2 0,0 0 0,-1 2 0,5 0 0,-4 0 0,0-1 0,-2-1 0,-7 4 0,2 0 0,0 0 0,-2-1 0,-1 0 0,5-1 0,-3 2 0,4-1 0,2 1 0,-2-1 0,-3 0 0,1 0 0,-3-1 0,4 0 0,-3 1 0,3 0 0,3 1 0,-1-1 0,-2 0 0,1 0 0,-1 0 0,-1 0 0,0 0 0,-2 2 0,-1 0 0,1 0 0,2-1-617,6-1 0,3 0 1,0-1-1,-1 1 617,-1-1 0,1 1 0,-3 0 0,-3 0 0,-4-1 0,-4 1 0,4-1-210,3 1 1,5 0 0,-1 1-1,-4-1 210,-6 0 0,-3 0 0,2 0 0,10 0 0,3 1 0,1 0 0,-7-2 0,1 0 0,0 0 0,-3 0 0,2 2 0,-3 0 0,2 0 0,0-1 0,2 1 0,1-1 0,-1 0 0,-2-1 0,-1 0 0,0-1 0,-2 2 0,5 0 0,-3 1 0,3-1 0,-1-3 0,3-2 0,-1 1 0,-4 0 0,-3 3 0,-3 1 0,2-2 0,2-1 0,2-3 0,1 0 0,-1 0 0,0 0 0,1-1 0,-1 0 0,-1 0 0,-1 0 0,0 0 0,-1-1 0,0 0 0,9-4 0,-1-1 0,0-1 0,-10 2 0,0-1 0,0 0 0,-2 1 0,3-1 0,-1 1 0,0-1 0,5-5 0,1-2 0,-1-1-36,-1 1 1,-1-2 0,-3 2 35,-1-1 0,0-1 200,-1 1 1,2-2-1,-3 2-200,-7 3 0,-1 0 0,2-1 0,2-1 0,-3 2 0,-3 1 0,-1 0 1234,13-12 0,-1-1-1234,-11 13 0,-2-1 0,5-7 0,1-1 0,-1 1 0,1-2 170,-1 0 0,2-2 0,-1 1-170,-4 5 0,-2 1 0,1 0 0,3-4 0,2-1 0,-1 1 71,0 1 0,1 0 0,-2 1-71,6-7 0,1-1 0,-6 7 0,2-1 0,-1 0 0,-2 2 0,0 1 0,-2 1 0,3-4 0,-1-2 3,1 3 0,1-3 1,-4 4-4,-7 7 0,-1-1-52,9-8 0,3-4 1,-4 4 51,6-11 1221,-7 11 1,0 1-1222,4-10 0,-10 16 2428,0 2-2428,-10 13 2006,0 3-2006,-1 0 1789,1 2-1789,-2-1 0,-2 4 0,-2-1 0</inkml:trace>
  <inkml:trace contextRef="#ctx0" brushRef="#br0" timeOffset="153219">18145 15370 24575,'0'34'0,"0"-6"0,-1 2 0,-1 3-1587,1-1 1,1 0 1586,0 6 0,0 2-796,0-7 0,0 2 0,1 0 796,4 14 0,-1 2 0,-3-13 0,-1 3 0,0-2 0,2-1 0,0 0 0,-1 0 0,-1 0 0,0 0 0,0-1 0,0 5 0,0-1-45,0 5 1,0-2 44,0-13 0,0-1 0,0 3 0,0 0 0,0 2 0,0-2 0,0 2 1302,0 4-1302,0-26 2675,0-4-2675,0-3 0,0-3 0,0 0 0</inkml:trace>
  <inkml:trace contextRef="#ctx0" brushRef="#br0" timeOffset="153980">18645 15163 24575,'0'10'0,"0"2"0,0-3 0,0 4 0,0 0 0,0-1 0,0 13 0,0 3 0,0 11 0,0-4 0,0 9 0,0-3-430,0-11 0,0 2 430,0 16 0,0-18 0,0 0 0,0 11-129,0-1 129,0-2 0,0-7 0,0 3 0,0-12 0,0-1 0,0-9 853,0-2-853,0 2 34,0-14 0,0 6 0,0-10 0</inkml:trace>
  <inkml:trace contextRef="#ctx0" brushRef="#br0" timeOffset="154948">18634 15125 24575,'15'-7'0,"6"-6"0,-4 12 0,7-9 0,1 2 0,-5 3 0,8-5 0,-7 6 0,1 0 0,6-2 0,-6 5 0,3-6 0,-1 7 0,-6-3 0,3 3 0,-5 0 0,-2 0 0,8 0 0,-11 0 0,10 0 0,-5 0 0,5 0 0,-1 2 0,5 11 0,-10-2 0,8 12 0,-7 0 0,-5-5 0,1 4 0,-6-9 0,1 0 0,-4-1 0,0 1 0,-3 0 0,0 0 0,0-1 0,0 1 0,0 0 0,0 0 0,0-4 0,0 7 0,-6-2 0,-20 18 0,-3-7 0,6-7 0,-1 2 0,-8 1 0,0-2 0,-10 6 0,9-5 0,-1-2 0,4-9 0,1-1 0,4 3 0,0-1 0,-6-1 0,0-2 0,-9 1 0,5-5 0,5-3 0,5 0 0,4 0 0,7 0 0,-1 0 0,11-2 0,-2 1 0,6-2 0</inkml:trace>
  <inkml:trace contextRef="#ctx0" brushRef="#br0" timeOffset="155952">19276 15588 24575,'0'13'0,"0"3"0,0-2 0,0 6 0,0-7 0,0 7 0,0-9 0,0 4 0,0-5 0,0 0 0,0-1 0,0 0 0,0 3 0,0-2 0,0 2 0,0-3 0,0-3 0,0 3 0,0-3 0,0 0 0,0 0 0,0 0 0,0 0 0,0 0 0,0 0 0,0-1 0,0 1 0,0 0 0,0 0 0,0-18 0,0-11 0,0-11 0,0-5 0,0 9 0,3 1 0,1 3 0,3 1 0,0 1 0,3 2 0,2-7 0,6 3 0,-3 3 0,3-2 0,-2 11 0,-1-6 0,1 9 0,3-5 0,-8 12 0,4-2 0,-6 6 0,-3 0 0,3 0 0,-3 0 0,0 0 0,0 0 0,-3 0 0,0 0 0</inkml:trace>
  <inkml:trace contextRef="#ctx0" brushRef="#br0" timeOffset="156954">19750 15465 24575,'-7'11'0,"-2"5"0,8 8 0,-2-3 0,-1 3 0,0 7 0,0-6 0,0 12 0,4-19 0,0 10 0,0-10 0,0 6 0,0-10 0,0 2 0,0-6 0,0-1 0,0-3 0,0 0 0,2-3 0,4-1 0,1-2 0,4 0 0,-4 0 0,2 0 0,0 0 0,1 0 0,-1 0 0,3 0 0,-5-2 0,8-7 0,-5-2 0,3-5 0,-4 0 0,-2 2 0,0-6 0,-1 7 0,-2-7 0,-1 6 0,-3-6 0,0 7 0,0-7 0,0 6 0,0-2 0,0-1 0,0 4 0,0-1 0,0 2 0,-3 5 0,0-2 0,-3 6 0,0 0 0,-3 3 0,2 0 0,-5 0 0,2 0 0,0 0 0,-2 0 0,6 0 0,-6 0 0,5 3 0,-2 0 0,0 3 0,2 3 0,1 1 0,0 0 0,2 2 0,1-5 0,0 2 0,3 0 0,0-3 0,0 3 0,0-6 0,0 0 0</inkml:trace>
  <inkml:trace contextRef="#ctx0" brushRef="#br0" timeOffset="157824">20179 15362 24575,'0'3'0,"0"1"0,0 13 0,0 0 0,0 3 0,0-5 0,0 4 0,0-5 0,0 6 0,0 1 0,0 8 0,0-10 0,0 23 0,0-13 0,0 7 0,0-7 0,0-9 0,0-6 0,0 2 0,0-6 0,0-1 0,0 0 0,0-3 0,0 0 0,0 0 0,0 0 0,2 0 0,2-3 0,2 0 0,-1-3 0,1 0 0,0 0 0,0 0 0,6 0 0,-5 0 0,8 0 0,-6 0 0,8-3 0,-4-4 0,3 0 0,1-6 0,-4 3 0,7-1 0,0-4 0,-3 4 0,2-1 0,-9-1 0,2 6 0,-5-5 0,2 5 0,0-8 0,-3 8 0,0-8 0,0 6 0,-6-1 0,3-1 0,-3 4 0,0-2 0,0 3 0,0 0 0,0 0 0,0 3 0,0 0 0</inkml:trace>
  <inkml:trace contextRef="#ctx0" brushRef="#br0" timeOffset="158566">20477 15569 24575,'-6'0'0,"0"0"0,0 0 0,3 3 0,0 9 0,3 0 0,0 3 0,0 1 0,0 0 0,0-1 0,0 6 0,0-8 0,0 1 0,0-2 0,3-3 0,0-3 0,3 3 0,0-3 0,3 2 0,-3-4 0,3 2 0,-3-6 0,-1 2 0,1-1 0,0 2 0,0-3 0,0 0 0,0 0 0,0 0 0,0 0 0,2 0 0,-1 0 0,1 0 0,1 0 0,-3 0 0,3 0 0,-1-6 0,-1 2 0,1-4 0,1-7 0,1 4 0,0-11 0,5-1 0,-7 1 0,5-9 0,-6 9 0,-3 7 0,-1 6 0</inkml:trace>
  <inkml:trace contextRef="#ctx0" brushRef="#br0" timeOffset="159375">20682 15219 24575,'0'12'0,"0"7"0,0-12 0,0 12 0,0-8 0,0 5 0,0-3 0,0 9 0,0-7 0,0 4 0,0-10 0,0-3 0,0-1 0,0 1 0,0 0 0,2-3 0,5 0 0,8-3 0,-1 0 0,5-3 0,-7 0 0,1-4 0,3 1 0,-2 2 0,2-2 0,-6 5 0,2-2 0,-5 3 0,2 0 0,0 0 0,-3 0 0,3 0 0,-3 0 0,3 3 0,-6 0 0,6 6 0,-6 3 0,1-1 0,-2 3 0,-2-1 0,0 0 0,0 3 0,0-7 0,0 3 0,0-2 0,0 0 0,0-1 0,0-4 0,-2 1 0,-2 0 0,-1 0 0,-1-3 0,2 0 0,2-3 0</inkml:trace>
  <inkml:trace contextRef="#ctx0" brushRef="#br0" timeOffset="160467">21005 14979 24575,'0'19'0,"0"-1"0,0 1 0,0-3 0,0-3 0,0 0 0,0 9 0,0-7 0,0 7 0,0-4 0,0-4 0,0 5 0,0-10 0,0 3 0,0-2 0,0 0 0,0-1 0,0-3 0,3-3 0,0-1 0,3-2 0,0 0 0,3 0 0,-3 0 0,3 0 0,-4 0 0,1 0 0,3 0 0,-2 0 0,5 0 0,-2 0 0,2 0 0,1-2 0,-3-2 0,2-2 0,-2 0 0,2 2 0,1-2 0,2 6 0,-4-3 0,3 3 0,-1 0 0,-3 0 0,2 0 0,-7 0 0,1 0 0,0 0 0,-2 2 0,-2 2 0,-2 1 0,0 1 0,0 0 0,0 0 0,0 0 0,0 0 0,0 0 0,0 0 0,0 0 0,0-1 0,0 1 0,0 0 0,0 0 0,0 0 0,-3 0 0,0 0 0,-3 0 0,0-3 0,-2 2 0,1-4 0,-2 1 0,6-2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3:26:02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14483 5181 24575,'0'18'0,"0"1"0,0 7 0,0 2 0,0-2 0,0-1 0,0-1 0,0 3-656,0 0 1,0 2-1,0 2 1,0-1 0,0-2-165,0-3 1,0-1 0,0-1 0,0 2 182,0 2 1,0 1 0,0 0-1,0 2 1,0-1 636,0 1 0,0 1 0,0 1 0,0-2 0,0 2-545,0-1 1,0 2-1,0-2 1,0 1 0,0-1 544,0-1 0,0 0 0,0-1 0,0 0 0,0-2 0,0 1 0,0-1 0,0-2 0,0-1 236,0 0 1,0-2 0,0 0-237,0 6 0,0 0 0,0-3 0,0-1 0,0 0 0,0-3 0,0 1 0,0 0 0,0 9 0,0-2-383,0-7 1,0 0 382,0 7 0,0-1 3032,0-3-3032,0 6 0,0 1 0,0-15 0,0 0 1638,0 15 0,0 0-1270,0-14 1,0-1-369,0 6 0,0-1 0,0-5 0,0-1 0,0 4 0,0 0 790,0-1 0,0 1-790,0-2 0,0 0 0,0-1 0,0 1 0,0 14 0,-3 0 0,2-1 0,0-9 0,0-1 0,1 11 0,0-11 0,0 0 0,0 5 1528,0 1-1528,0-5 0,0 3 0,0-6 0,0 3 1302,0-6-1302,0-3 984,0-2-984,0-6 74,0 1-74,0-2 0,2-2 0,-2-4 0,2 1 0,-2-3 0</inkml:trace>
  <inkml:trace contextRef="#ctx0" brushRef="#br0" timeOffset="1">14459 5151 24575,'7'5'0,"-2"0"0,7 9 0,0-1 0,5 4 0,-1-1 0,1 1 0,-3-3 0,0-1 0,0 1 0,2-2 0,5 6 0,-7-10 0,1 2 0,-2 1 0,3 0 0,10 4 0,-12-5 0,0-1 0,7 4 0,-6-3 0,-2-1 0,2 3 0,4 2 0,-8-4 0,9 4 0,-6-3 0,5 5 0,1-2 0,-5-2 0,6 2 0,-7-2 0,4 2 0,-5-4 0,1-1 0,12 10 0,-1-3 0,-1 0 0,-12-6 0,4-2 0,-3 3 0,0-6 0,-2 2 0,2-2 0,-2 3 0,-1-3 0,3 1 0,-5-2 0,3 0 0,-1 0 0,-3 0 0,2-2 0,-4 2 0,0-4 0,-1 2 0,-1-2 0,1 0 0,-2 1 0,0 2 0,-2 1 0,0-3 0,0 1 0</inkml:trace>
  <inkml:trace contextRef="#ctx0" brushRef="#br0" timeOffset="2">15255 5728 24575,'0'8'0,"0"3"0,0 10 0,0 0 0,0 1 0,0 1 0,0 5 0,0-8 0,0 1 0,0 1 0,0-2 0,0 12 0,0-12 0,0 0 0,0 1 0,0-3 0,0 8 0,0-8 0,0 0 0,0 6 0,0-4 0,0 8 0,0-9 0,0 5 0,0-1 0,0 1 0,0 1 0,0 0 0,0-2 0,0 0 0,0-4 0,0-1 0,0 10 0,0-8 0,0-1 0,0 3 0,-2 2 0,1-4 0,-1-1 0,2-1 0,0-7 0,0 2 0,0-5 0,0-2 0,0 0 0,0-3 0,0 1 0,0 0 0,0 0 0,0-1 0,0 1 0,0 0 0,0 9 0,0-3 0,0 9 0,0-4 0,0-1 0,0 4 0,0-5 0,0 5 0,0-4 0,0 1 0,2-2 0,-2-2 0,4 3 0,-3-7 0,2 2 0,-3-5 0,2 0 0,-2 0 0,2-1 0,-2 1 0,1-1 0,-1 1 0,4 11 0,-3-1 0,5 9 0,-3-5 0,1 1 0,0-3 0,1 0 0,-3-5 0,2-1 0,-3-4 0,1 1 0,-2-2 0,0-4 0,0-7 0,0 2 0,0-5 0</inkml:trace>
  <inkml:trace contextRef="#ctx0" brushRef="#br0" timeOffset="3">15301 7024 24575,'-20'16'0,"8"-8"0,-5 6 0,6-5 0,0 3 0,-10 4 0,6-2 0,-6 5 0,4-2 0,2 3 0,-2 0 0,-4 1 0,5 0 0,-3-1 0,2 4 0,4-9 0,-2 1 0,2-5 0,5-2 0,-6 7 0,5-7 0,-5 7 0,3-7 0,0 2 0,0-1 0,3-1 0,-3 4 0,3-4 0,-6 1 0,5-1 0,-1-1 0,0 1 0,2-2 0,-5 2 0,4-1 0,-4 1 0,3-1 0,-3 1 0,-1 2 0,1-2 0,-1 4 0,1-3 0,-1 3 0,3-6 0,-2 4 0,6-5 0,-2 1 0,4 0 0,-3-2 0,1 4 0,0-4 0,-1 4 0,3-3 0,-2 2 0,-5 6 0,3-5 0,-5 5 0,2-2 0,1-3 0,-1 1 0,4-2 0,2-4 0,-2 2 0,4-3 0,-4 3 0,5-1 0,-3 0 0,2 0 0,0 0 0,2 0 0,-1-3 0,2 1 0,0-3 0,1 2 0</inkml:trace>
  <inkml:trace contextRef="#ctx0" brushRef="#br0" timeOffset="4">14483 7590 24575,'0'11'0,"0"-2"0,0 8 0,0-7 0,0 1 0,0 2 0,0-1 0,0 1 0,0-4 0,0-2 0,0-1 0,0-1 0,0-1 0,0 1 0,0-1 0,0 2 0,0-2 0,0-1 0,0 3 0,0 0 0,0 0 0,0 2 0,0-4 0,0 2 0,0-3 0,0 3 0,0 0 0,0 2 0,0 2 0,0-4 0,0 1 0,0-1 0,0-3 0,0 0 0</inkml:trace>
  <inkml:trace contextRef="#ctx0" brushRef="#br0" timeOffset="5">15277 6315 24575,'32'0'0,"-6"0"0,-6 0 0,-1 0 0,9 0 0,-3 0 0,1 0 0,1 0 0,-9 0 0,-1 0 0,13 0 0,1 0 0,-3 0 0,-3 0-2754,8 0 2754,-3 0 0,1 0 0,-5 0 0,-9 0 0,0 0 446,13 0-446,-6 0 0,-5 0 0,1 0 0,8 0 0,-10 0 0,-1 2 0,3-2 551,1 2-551,-2-2 0,-3 0 0,2 0 1402,-4 0-1402,1 0 355,-3 0-355,0 0 0,-4 0 0,2 0 0,-1 0 0,-3 0 0,0 0 0,-3 0 0,0 0 0,1 0 0,-1 2 0,-2-1 0,-1 0 0</inkml:trace>
  <inkml:trace contextRef="#ctx0" brushRef="#br0" timeOffset="6">16581 5075 24575,'16'0'0,"6"0"0,3 0 0,-8 0 0,1 0-1093,3 0 1,2 0 0,-2 0 1039,0 1 1,-1-2 52,0 1 0,2-2 0,9 0 0,1 1 0,-11-3 0,-1 2 0,6 0 0,1 0 0,-4 0 0,-1-1 223,4 0-223,-2 0 0,-2 0 0,2 0 0,-6-1 0,1 0 0,9 1 0,-9-1 0,0 0 0,13-2 0,0 3 0,-17 0 0,2-1 0,14 3 0,-4-3 0,-1 1 0,5 3 0,0-5 0,0 1 0,2 3 0,-8-2 0,1 0 0,-6 3 0,1 0 0,-1 0 0,0 0 0,13 0 0,-14 0 0,-1 0 0,5-1 0,-5-1 0,1 0 0,7-3 0,-1 0 0,5-2 655,-14 4-655,9-6 0,-6 6 0,3-4 1697,-4 2-1697,1 0 709,-3 1-709,-1-1 98,-1 3-98,-4-2 0,3 4 0,-7-2 0,4 2 0,-3 0 0,-2 0 0,1 0 0,-2 0 0,-1 0 0,3 0 0,-1 0 0,0 0 0,-2 0 0,1 0 0,0 0 0,0 0 0,-1-2 0,3 2 0,-2-1 0,2 1 0,-1 0 0,0 0 0,2 0 0,3 0 0,-3 0 0,6 0 0,-2 0 0,0 0 0,0 0 0,-3 0 0,-1 0 0,-2 0 0,-1 0 0,-1 0 0,1 0 0,-2 1 0,0-1 0,-2 2 0</inkml:trace>
  <inkml:trace contextRef="#ctx0" brushRef="#br0" timeOffset="7">18290 4959 24575,'0'24'0,"0"-1"0,0 4 0,0 1 0,0-8 0,0 0-1093,0 6 1,0 3 0,0-2-93,0-1 1,0 2 1184,0-2 0,0 5 0,0 0 0,0-4 0,0-4 0,0-2 0,0 1 0,0 2 0,0 0 0,0 2 0,0-1 0,0 6 0,0-1 0,0 0 0,0-5 0,0-2 0,0 2 0,0-1 0,0 1 0,0 0 0,0 1 0,0-1 0,0 1 0,0-1 0,0-1 0,1 3 0,-1-2 0,-1 2 0,0-1 0,1 1 0,-1 0 0,0-3 0,1 4 0,-1-1 0,1-1 0,-2 0 0,1-1-463,1-5 1,0 1 462,1 4 0,-1 4 0,-1-3 63,0-6 0,0-2-63,1 14 0,0-1 0,-4-12 0,0-1 0,3 12 0,1-1 0,-3-10 0,1 0 0,1 1 0,2 4 0,-1-3 0,0-1 0,0 0 0,0 7 0,0 1 0,0-3 0,0-3 0,0-3 0,0 0 0,0 10 0,0 0 0,0 1 0,0-1 0,0 0 0,0-12 0,0 0-253,0 4 0,0 1 253,0-4 0,0-1 0,0 3 0,0-1 0,0-3 0,0 1 0,0 15 0,0-5 0,0-1 2190,0-2-2190,0 1 0,0 1 0,0-2 0,0 1 0,0 3 0,0-2 0,0 2 0,0-3 0,0-3 2162,0-1-2162,0 1 1640,2-3-1640,-2 6 729,2-8-729,-2 0 230,0-6-230,0-6 0,0 3 0,0-4 0,0 1 0,0-3 0,0 0 0</inkml:trace>
  <inkml:trace contextRef="#ctx0" brushRef="#br0" timeOffset="8">16533 5171 24575,'0'13'0,"0"5"0,0 1 0,0 1 0,0 10-1088,0-7 1,0 1 1087,0 8 0,0-14 0,0 0 0,0 9 0,0 0 0,0-6 0,0 1-630,0 6 1,0 1 629,0-7 0,0-1 0,0 0 0,0-1 435,0 11-435,0-15 0,0 0 0,0 4 0,0 0-351,0 1 1,0 0 350,0-1 0,0-1-58,0 6 0,0-1 58,0 6 0,0-7 0,0 3 0,0-3 0,0-4 0,0 1-52,0 4 0,0 4 0,0-5 52,0 7 0,0-3 0,0 0 0,0-10 0,0-1 172,0 4 1,0 0-173,0 5 0,0-1 0,0-4 0,0 0 53,0 3 0,0-1-53,0 7 0,0-3 0,0 1 0,-3 4 0,2-6 0,0 1 0,-2-2 0,1-6 0,2-1 0,0 8 0,0-3 0,0 0 0,0 0 0,0 1 0,0 2-57,0-7 1,0 0 56,0 7 0,0 2 0,0-5 0,0-1 0,0 3 0,0-1 0,0-6 0,0 0 0,0 5 0,0 0 0,0 2 0,0-2 0,0-3 0,0 1 0,0 11 0,0 0 0,0-11 0,0-1 0,0 6 0,0 1 0,0 0 0,0 2 0,0 1 0,0 2 0,0 3 0,0-3 0,0-6 0,0-2 6,0 1 1,0 2-1,0-4-6,0-5 0,0 0 0,0 2 0,0 1-120,0-2 1,0 0 119,0 8 0,0 1 586,0-10-586,0 1 1244,0-7-1244,0-1 1733,0-2-1733,0 0 291,0 0-291,0 0 0,0-2 0,0 2 0,0-4 0,0 2 0,0-3 0,0 1 0,0-1 0,0 1 0,0-2 0,0 0 0</inkml:trace>
  <inkml:trace contextRef="#ctx0" brushRef="#br0" timeOffset="9">16523 7907 24575,'13'0'0,"-1"0"0,4 0 0,1 0 0,3 0 0,-1 0 0,1 0 0,2 0 0,6 0 0,1 0-955,-12 0 1,1 0 954,-1 0 0,2 0 0,0 0 0,1 0 0,0 0 0,-1 0 0,2 0 0,-3 0 0,13 0 0,-11 0 0,1 0 0,10 0 0,-12 0 0,1 0 0,0 0 0,-1 0 0,10 0 308,-12 1 0,0-2-308,3 0 0,-1 0 0,12 0-136,-13-1 0,1-1 136,5 3 0,0-3 0,-1-1 0,8 3 0,-7-2 0,-1-1 0,2 2 0,0-1 0,0-2 0,-1 5 0,2-5-49,-4 5 49,2-2 946,-5 2-946,3 0 0,-6 0 0,2 0 614,-2 0-614,3 0 54,-3 0-54,2 0 0,-2 0 0,3 0 0,10 0 0,-7 0 0,8 0 0,-12 0 0,-2 0 0,3 0 0,-6 0 0,5 0 0,-6 0 0,5 0 0,-8 0 0,6 2 0,-4-2 0,2 4 0,0-3 0,0 1 0,0-2 0,0 1 0,3-1 0,0 2 0,0-2 0,-1 0 0,-1 3 0,-1-3 0,3 2 0,-2-2 0,0 0 0,0 0 0,-5 0 0,3 0 0,-4 0 0,-2 0 0,2 0 0,-2 0 0,2 0 0,0 0 0,-2 0 0,0 0 0,-3 0 0,1 0 0,0 0 0,0 0 0,-1 0 0,-1 0 0,0 0 0</inkml:trace>
  <inkml:trace contextRef="#ctx0" brushRef="#br0" timeOffset="10">18298 7640 24575,'0'11'0,"0"1"0,0 16 0,-2-8 0,1 10 0,-3-15 0,4-2 0,-4-2 0,3 0 0,-1-6 0,1 1 0,0-2 0,0-1 0,1 1 0,0 0 0,0 0 0,0 0 0,0-1 0,-2 4 0,2-2 0,-2 2 0,1-4 0,0 3 0,-2 0 0,2 0 0,-1 2 0,2-5 0,0 3 0,-1-2 0,0-1 0,-1-1 0,2 0 0</inkml:trace>
  <inkml:trace contextRef="#ctx0" brushRef="#br0" timeOffset="11">18272 6097 24575,'4'0'0,"8"0"0,-1 0 0,12 0 0,-3 0 0,-4 0 0,11 0 0,-16 0 0,16 0 0,-13 0 0,7 0 0,-1 0 0,1 0 0,1 0 0,0 0 0,0 0 0,2 0 0,-5 0 0,3 0 0,0 0 0,-4 0 0,4 0 0,-3 0 0,0 0 0,-1 0 0,-2 0 0,2 0 0,-2 0 0,9 0 0,-7 0 0,3 0 0,-8-2 0,0-1 0,0-1 0,0 2 0,0-2 0,0 4 0,3-2 0,-3 2 0,3 0 0,0 0 0,-3 0 0,13 0 0,-4 0 0,5 0 0,-2 0 0,-5 0 0,1 0 0,6 0 0,-6-1 0,-1-1 0,-1 2 0,-4-2 0,1 0 0,-3 1 0,-2-1 0,2 0 0,-5 2 0,1-2 0,-2 0 0,-3 2 0,4-2 0,-4 0 0,2 2 0,-2-2 0,-1 2 0,-1 0 0,0 0 0</inkml:trace>
  <inkml:trace contextRef="#ctx0" brushRef="#br0" timeOffset="12">17961 6024 24575,'0'4'0,"0"-1"0,0 6 0,-4-2 0,2 5 0,-4-4 0,2-2 0,2 0 0,-1-1 0,2-1 0,0 2 0,1-3 0,0 2 0,0-1 0,0 9 0,0-5 0,0 8 0,0-5 0,0 2 0,0 0 0,0 0 0,0-2 0,0 1 0,1-5 0,3 3 0,0-4 0,4 0 0,-2 0 0,2-2 0,1 0 0,2 2 0,-4-2 0,4 2 0,-6-4 0,2 0 0,-1-2 0,2 0 0,0 0 0,0 0 0,0 0 0,0 0 0,2 0 0,-1 0 0,1 0 0,1-2 0,-3-1 0,3 0 0,-4-4 0,3 2 0,-1-2 0,-2 3 0,-1 1 0,-2 1 0,-1-2 0,-1 0 0,2 1 0,-4-1 0,2 0 0,-2 0 0,0 0 0,0-1 0,0-1 0,0-5 0,0-3 0,0 0 0,0 0 0,0 1 0,0 2 0,0-2 0,-2 2 0,-2-1 0,1 3 0,-4-7 0,3 6 0,-1-6 0,0 8 0,1-3 0,2 5 0,-2-1 0,2 2 0,-1 0 0,-3 1 0,1 0 0,0 1 0,-1 0 0,2 1 0,-8-4 0,5 4 0,-6-2 0,4 3 0,-1 0 0,0-1 0,1 2 0,-4 0 0,4 0 0,-4 0 0,6 0 0,-3 0 0,6 0 0,1 0 0,-1 0 0,2 2 0,1 0 0,1 2 0,0-1 0,0 1 0,0-1 0,0 1 0,0 0 0,0 0 0,0-2 0,0-1 0</inkml:trace>
  <inkml:trace contextRef="#ctx0" brushRef="#br0" timeOffset="13">18125 6190 24575,'6'4'0,"2"7"0,-2-6 0,2 8 0,-5-9 0,1 2 0,4 1 0,-4-2 0,4 2 0,-4-3 0,-1 2 0,1-2 0,0 2 0,0-3 0,-1 1 0,-1 0 0,3 1 0,-4-1 0,4 2 0,-5-2 0,4-3 0,-4 3 0,2-3 0,-1 2 0,0 0 0,1-2 0,-2 0 0</inkml:trace>
  <inkml:trace contextRef="#ctx0" brushRef="#br0" timeOffset="14">16683 5534 24575,'0'6'0,"0"0"0,0 1 0,0 2 0,-2 9 0,-1 2 0,0 5-566,-1-2 0,1 1 566,0 5 0,-1 3 0,3 0 0,-2-4 86,3 1-86,0-7 0,0-4 0,-1-2 0,0-7 0,-1 1 846,2-6-846,0 2 200,0-3-200,0 1 0,0-4 0,0 1 0,0-2 0</inkml:trace>
  <inkml:trace contextRef="#ctx0" brushRef="#br0" timeOffset="15">16696 5595 24575,'8'0'0,"8"0"0,-1 0 0,5 0 0,-2 0 0,1 0 0,-4 0 0,1 0 0,-2 0 0,-7 0 0,5 0 0,-4 0 0,-4 0 0,7 0 0,-8 0 0,5 0 0,-2 0 0,2 0 0,0 0 0,-2 0 0,0 0 0,0 0 0,1 4 0,2-1 0,-2 2 0,1-1 0,-4 0 0,5 2 0,-4-3 0,4 5 0,-4-4 0,0 4 0,-1-2 0,0 2 0,0 0 0,0 0 0,0 0 0,-2 0 0,0 0 0,-2 0 0,0 2 0,0 7 0,0-3 0,0 8 0,0-6 0,0 0 0,0 2 0,0-2 0,-2 0 0,-4 14 0,0-16 0,-4 13 0,6-18 0,-4 3 0,3-1 0,-3 0 0,1 1 0,-1-3 0,0 1 0,-1-2 0,-1 0 0,2-1 0,-5 1 0,4-4 0,-3 4 0,3-3 0,-3 1 0,1-1 0,0-2 0,-1 2 0,3-3 0,-2 0 0,4-2 0,-1 0 0,1 0 0,0 0 0,0 0 0,-1 0 0,1 0 0,0 0 0,0 0 0,0 0 0,1 0 0,-1 0 0,2 0 0,0 0 0,1 0 0,0 0 0,2-2 0,-1 2 0,1-2 0,-2 1 0,-1 0 0,-2-2 0,2 1 0,1 0 0,2 0 0</inkml:trace>
  <inkml:trace contextRef="#ctx0" brushRef="#br0" timeOffset="16">16673 5828 24575,'0'8'0,"0"11"0,0-8 0,0 9 0,0-9 0,0 2 0,0-2 0,0 4 0,0-8 0,0 6 0,0-8 0,0 4 0,0-4 0,0 1 0,0-2 0,0-1 0,0 1 0,0-1 0,0 1 0,0 2 0,0 0 0,0 5 0,0-2 0,0 1 0,0-2 0,-4-4 0,3 2 0,-3-2 0,4 0 0,0-3 0,0 1 0</inkml:trace>
  <inkml:trace contextRef="#ctx0" brushRef="#br0" timeOffset="17">16533 7507 24575,'8'0'0,"4"0"0,-3 2 0,2 2 0,1 0 0,-5 2 0,2-2 0,-3-3 0,-2 1 0,4 2 0,1-1 0,-2 0 0,5 1 0,-6-2 0,0 3 0,2-4 0,-2 3 0,2-2 0,-2 1 0,0 0 0,-1-1 0,-1 0 0,2 1 0,-2 0 0,1-1 0,0 1 0,0-1 0,-2 0 0,1 1 0,0-2 0,0 0 0,0-1 0,-1 2 0,1-2 0,0 2 0,-2 0 0,1-2 0,-4 2 0,-2 0 0,-2 0 0,-13 6 0,7-4 0,-8 6 0,8-5 0,-2 3 0,0-1 0,-1 2 0,1 1 0,0-2 0,1 2 0,0-5 0,4 3 0,-5-4 0,4 4 0,-1-3 0,-1 2 0,0 3 0,-1 0 0,1-1 0,-1 2 0,5-5 0,-2 3 0,5-5 0,0 0 0,0-3 0,2 3 0,0-4 0,2 1 0</inkml:trace>
  <inkml:trace contextRef="#ctx0" brushRef="#br0" timeOffset="18">16529 7655 24575,'-10'0'0,"1"0"0,-4 0 0,-5 0 0,0 0 0,-4 2 0,4-1 0,2 4 0,-3-3 0,3 3 0,-5-4 0,4 3 0,-10 1 0,1 2 0,4 0 0,-4 0 0,6 1 0,-3-2 0,-1 3 0,5-2 0,2-2 0,-1 1 0,5-2 0,-3 1 0,3-1 0,0 1 0,0-1 0,2 0 0,1 0 0,3 0 0,2-1 0,1-2 0,0-1 0,2 2 0,0-2 0,2 2 0</inkml:trace>
  <inkml:trace contextRef="#ctx0" brushRef="#br0" timeOffset="19">15255 7989 24575,'0'17'0,"0"-6"0,0 9 0,0-7 0,0-4 0,0 6 0,0-8 0,0 4 0,-2-7 0,2 0 0,-2 1 0,2-1 0,0 1 0,0-1 0,0 0 0,0 0 0,2 6 0,0-4 0,2 7 0,0-9 0,0 2 0,-1-3 0,1 1 0,-1 0 0,0-1 0,0 1 0,1 0 0,0-1 0,1 1 0,-1-2 0,0 0 0,-2-1 0,1 0 0,-1 2 0,2-2 0,-1 2 0,1-3 0,0 4 0,0-4 0,-1 3 0,1-2 0,-1 0 0,1 1 0,-1 0 0,1 0 0,-1 0 0,2-2 0,0 0 0,0 0 0,0 0 0,-1 0 0,-1 0 0,3 0 0,-2 0 0,1 0 0,-1 0 0,-1 0 0,1 0 0,0 0 0,0-2 0,-1-2 0,1 0 0,2-2 0,0 0 0,1 0 0,0 0 0,-3-2 0,2 2 0,-2 0 0,2 0 0,-2 2 0,1 2 0,-3-1 0,0 1 0,-2-2 0,0 0 0,0 0 0,0 1 0,0 1 0,0 0 0</inkml:trace>
  <inkml:trace contextRef="#ctx0" brushRef="#br0" timeOffset="20">15314 7976 24575,'-2'2'0,"-4"3"0,0-4 0,-1 2 0,1-1 0,0 0 0,4 2 0,-3-3 0,5 3 0,-2-2 0,0 0 0,2-1 0,-2-1 0</inkml:trace>
  <inkml:trace contextRef="#ctx0" brushRef="#br0" timeOffset="21">15378 7877 24575,'0'5'0,"8"11"0,-3-4 0,9 11 0,-9-13 0,3 1 0,-4-8 0,-1 1 0,1 0 0,-2 0 0,1 1 0,-1 0 0,3 2 0,-2-3 0,1 4 0,0-2 0,0 2 0,0 0 0,0 0 0,2 2 0,-1-1 0,1 1 0,0-2 0,-2-2 0,2 0 0,-3 0 0,-1-2 0,0 1 0,0-2 0,-2 0 0,3-1 0,0 2 0,-1-1 0,1 1 0,-1 0 0,1-1 0,1 1 0,0 1 0,0 2 0,-2-2 0,1-1 0,-2-2 0,0-2 0</inkml:trace>
  <inkml:trace contextRef="#ctx0" brushRef="#br0" timeOffset="22">15526 7745 24575,'0'4'0,"0"6"0,6 8 0,-2 2 0,9 8 0,-9-14 0,6 6 0,-4-3 0,3 6 0,-2-6 0,0-1 0,-4-8 0,1 1 0,1 2 0,-2-4 0,1 4 0,0-5 0,-1 0 0,2 2 0,-2-2 0,2 2 0,1 0 0,-2-2 0,2 2 0,-2-4 0,0 4 0,-1-5 0,1 3 0,0-2 0,2 3 0,-2-2 0,0 2 0,-1-4 0,-2 1 0,2-1 0,-3 0 0,4-3 0,-4 2 0,1-2 0</inkml:trace>
  <inkml:trace contextRef="#ctx0" brushRef="#br0" timeOffset="23">15720 7697 24575,'0'3'0,"0"5"0,0-3 0,0 10 0,0-10 0,-2 20 0,-1-11 0,-4 10 0,3-10 0,-5 1 0,4-2 0,-1 4 0,1-2 0,1 1 0,-1-3 0,0 6 0,-1-2 0,3-4 0,-3 0 0,4-5 0,-2 0 0,1 0 0,2-2 0,1-2 0,0-1 0,0 1 0,0-4 0,0-4 0,1 0 0,1-5 0,4 5 0,0-4 0,3 3 0,1-1 0,15-4 0,-9 4 0,11-2 0,-14 6 0,1 0 0,2 1 0,-2 0 0,0 1 0,-4 0 0,1 0 0,-3 0 0,2 0 0,1 0 0,-3 0 0,3 0 0,-1 1 0,-2 0 0,3 1 0,-3-2 0,2 1 0,-2 0 0,0 1 0,-2-2 0,-3 0 0,-1 1 0,0 3 0,0 5 0,-2-4 0,2 0 0</inkml:trace>
  <inkml:trace contextRef="#ctx0" brushRef="#br0" timeOffset="24">17319 5105 24575,'0'6'0,"0"4"0,0-1 0,0 0 0,0 3 0,0-5 0,0 4 0,0-1 0,0-1 0,0 1 0,0-2 0,0 0 0,0 1 0,0-2 0,0 3 0,0-2 0,0 0 0,0-1 0,0-2 0,0 2 0,0-2 0,0 4 0,2-2 0,-1 3 0,1 0 0,0 2 0,0 4 0,0-2 0,0 0 0,-2-3 0,2 1 0,-1-2 0,0 5 0,-1-2 0,0 2 0,0 1 0,0 3 0,0 0 0,0-1 0,0-1 0,0-2 0,0-4 0,0-2 0,0-2 0,0-3 0,0 2 0,0-4 0,0-1 0</inkml:trace>
  <inkml:trace contextRef="#ctx0" brushRef="#br0" timeOffset="25">17340 5180 24575,'8'0'0,"8"2"0,-1 0 0,15 6 0,-17-3 0,7 1 0,-10-2 0,-1-2 0,1 1 0,-2-1 0,7-1 0,-8 0 0,9 1 0,-11-2 0,7 1 0,-4-1 0,2 2 0,-3 0 0,-2-2 0,0 4 0,-1-4 0,0 2 0,0 0 0,-2 0 0,1 0 0,-3 1 0,2-1 0,-2 2 0,0-1 0,0 1 0,0 0 0,0-1 0,0 5 0,0-4 0,0 8 0,0-5 0,0 5 0,0-1 0,0 2 0,0 0 0,-4 3 0,1-3 0,-4 3 0,3-3 0,0-1 0,-1 0 0,1 0 0,-1-4 0,2 3 0,-4-5 0,3 1 0,-2-2 0,3 2 0,-3-2 0,-2 2 0,-3-2 0,1 0 0,-6 0 0,6-1 0,-4-2 0,4 2 0,-1-4 0,0 2 0,1-2 0,-1 0 0,3 0 0,-3 0 0,1 0 0,2 0 0,-3 0 0,5 0 0,-1 0 0,2 0 0,-1 0 0,3 0 0,0-1 0,0-2 0,2 0 0,-1-1 0,3 2 0,2 0 0,2 4 0,14 2 0,-6 1 0,12 3 0,-11-1 0,10 5 0,-14-5 0,5 2 0,-11-5 0,1 1 0,-1 0 0,2-1 0,5 2 0,-6-3 0,8 5 0,-7-5 0,0 1 0,1 0 0,-2-2 0,0 2 0,-1-4 0,-2 3 0,1-2 0,0 1 0,0-2 0,1 1 0,1 2 0,-1 0 0,4-1 0,-2 1 0,0 0 0,-1 1 0,-1-2 0,0 1 0,0-3 0,0 2 0,-1 0 0,-1-1 0,1 3 0,-1 0 0,4 2 0,-2-3 0,1 3 0,-3-3 0,1 0 0,-2 0 0,2-2 0,0 0 0,0-1 0,1 0 0,-1 0 0,-1 0 0,0 0 0</inkml:trace>
  <inkml:trace contextRef="#ctx0" brushRef="#br0" timeOffset="26">17353 5517 24575,'0'5'0,"0"9"0,0-5 0,0 14 0,0-14 0,0 7 0,0-10 0,0 1 0,0-2 0,0 0 0,0-1 0,0 0 0,0-1 0,0 1 0,0-1 0,0 1 0,0 3 0,0-1 0,0 2 0,0-2 0,0-3 0,0 1 0,0 0 0,0 0 0,-3 3 0,2 0 0,-2 2 0,1-1 0,-1 2 0,2-4 0,-1 1 0,2-5 0,0 0 0</inkml:trace>
  <inkml:trace contextRef="#ctx0" brushRef="#br0" timeOffset="27">17351 5019 24575,'0'-8'0,"0"-6"0,0 1 0,0-2 0,0-2 0,0 0 0,0-15 0,0 16 0,0 3 0,0 2 0,0 5 0,0 1 0,0 1 0,0-2 0,0 0 0,0-4 0,0-4 0,0-5 0,0-3 0,-3-10 0,3 9-391,-2 4 1,1 1 390,1-9 0,0 1 0,0-1 0,0 9 0,0 0 0,0-5 0,0-1 0,0-6-211,0 4 211,0 1 0,0 3 0,0-7 0,0 10 0,0-11 0,0 17 0,-2-3 0,2 5 0,-2-1 773,1 5-773,0-3 219,0 6-219,1-2 0,0 3 0,0-1 0,-2 2 0,1 0 0,0 2 0</inkml:trace>
  <inkml:trace contextRef="#ctx0" brushRef="#br0" timeOffset="28">16114 6344 24575,'0'-5'0,"0"-4"0,0-8 0,0 3 0,0-7 0,0 5 0,0-3 0,-1 3 0,0-1 0,1-5 0,-2-9 0,2 14 0,0 0 0,0-2 0,0 0 0,0 4 0,0-4 0,0 6 0,0-3 0,0 5 0,0 1 0,0 0 0,0 1 0,0 1 0,0-3 0,0 4 0,0-7 0,0 5 0,0-4 0,0 3 0,0-3 0,0 2 0,-2-2 0,2 4 0,-2 1 0,0 1 0,1 3 0,3 0 0,2 2 0,18 0 0,-8 0 0,11-1 0,-12 1 0,0 2 0,0-2 0,0 2 0,0-2 0,0 2 0,3 0 0,-3 0 0,3 0 0,5-2 0,-6 1 0,9 0 0,-12 1 0,3 0 0,-7 0 0,4 0 0,-3 0 0,1 0 0,4 0 0,-6 0 0,5 0 0,-7 0 0,2 0 0,0 0 0,-2 0 0,0 0 0,-2-2 0,0 1 0,-1 0 0,1 1 0,0 0 0,-1 0 0,1 0 0,0 0 0,-1 0 0,1 0 0,0 0 0,0 0 0,-1 0 0,-1 0 0,0 0 0</inkml:trace>
  <inkml:trace contextRef="#ctx0" brushRef="#br0" timeOffset="29">14410 5814 24575,'-8'0'0,"-8"0"0,-1 0 0,-14 0 0,7 0 0,0 0 0,6 0 0,-4 0 0,9 0 0,-10 0 0,9 0 0,-8 0 0,3 0 0,-3 0 0,4 0 0,-1 0 0,0 0 0,1 0 0,-1 0 0,0 2 0,1-1 0,2 2 0,-3-2 0,5 1 0,-3-2 0,3 0 0,-2 0 0,3 0 0,-2 0 0,1 0 0,-4 0 0,1 2 0,-1-2 0,-1 2 0,-2-2 0,1 0 0,-1 0 0,2 0 0,1 0 0,-1 0 0,0 0 0,1 0 0,1 0 0,-1 3 0,4-3 0,-1 4 0,-6-1 0,5 1 0,-5-2 0,8 0 0,0 0 0,-1-2 0,2 2 0,-1-2 0,2 2 0,-2-1 0,3 1 0,-4-2 0,-3 0 0,6 0 0,-3 0 0,4 0 0,2 0 0,0-2 0,2 1 0,4 0 0,0 1 0</inkml:trace>
  <inkml:trace contextRef="#ctx0" brushRef="#br0" timeOffset="30">18906 6095 24575,'0'0'0</inkml:trace>
  <inkml:trace contextRef="#ctx0" brushRef="#br0" timeOffset="31">19254 6118 24575,'0'4'0,"-3"3"0,-4 0 0,-10 4 0,3-6 0,-3 1 0,9-6 0,2 0 0,0 0 0,4-2 0,0 0 0,2-4 0,0 3 0,0-3 0,0 2 0,0 0 0,2 3 0,-2-3 0,2 2 0,-2-1 0,0-1 0,0 0 0,0 0 0,0 1 0,0-1 0,0-2 0,0 2 0,2-2 0,-2 2 0,2 1 0,-1-1 0,0 0 0,2 2 0,-2-1 0,2 2 0,-1-1 0,2 2 0,-2 2 0,-1 0 0,1 0 0,-1 2 0,0-2 0,-1 2 0,0-1 0,0 1 0,0-1 0,0 1 0,0 0 0,0 0 0,0-1 0,0 1 0,0 0 0,0 0 0,0-1 0,0 1 0,-1-2 0,-2-1 0,1-2 0,1-1 0,1-2 0,-2-1 0,2 0 0,-2 0 0,2 2 0,0-1 0,0 0 0,0 0 0,0 0 0,0 1 0,0-1 0,0-4 0,0 0 0,-2-8 0,1 3 0,-3-8 0,3-2 0,-3-2 0,1-3 0,1 0 0,-3 2 0,2-2 0,1 6 0,-3-2 0,5 7 0,-3-4 0,3 5 0,-2-1 0,2 0 0,-4-6 0,1 6 0,1 0 0,-1 0 0,-2-7 0,1 3 0,0-2 0,1 6 0,0 1-274,-2-3 1,1 1 273,-2-14 0,-1 4 0,2-1 0,0 1 0,0 3 0,0 0 0,-1 0 0,3 3 0,-1-2 0,3 6 0,-1-1 0,-3-9 0,2 3 0,1 1 0,-1-1 0,2 7 0,0-1 0,-1 0 0,0 1 0,2-14-960,-1 4 1,-1-1 959,0 11 0,2 0 0,-1-5 0,1-2 0,-3 0 0,1 1 0,1 2 0,1 1-467,-1-2 0,-1 0 467,0 2 0,1 1 0,1 3 0,0 1 0,-3-4 0,1 0 0,2 3 0,-1 2 0,-3-17 0,3 10 0,-2 1 468,1 4-468,2 2 1869,-4-2-1869,3 5 1063,0 0-1063,1 2 0,0 4 0,0-7 0,-2 3 0,2-6 0,-3-1 0,3-1 0,0-1 0,0 0 0,0-2 0,0-1 0,0-3 0,0-3-414,0 2 414,0-5 0,0 11 0,0-1 0,0 1 0,0-1 0,0 1 0,0 1 0,1 0 0,-2 0 0,1-4 0,-2 1 0,0-9 0,0 4 0,-1 3 0,-1 11 0,0-7 0,2 14 0,-2 0 0,4 0 0,-4 1 0,4 0 414,-4-2-414,2 2 0,-2 0 0,2 1 0,-1 0 0,2 0 0,-2 2 0,1 1 0,0 1 0,0 0 0</inkml:trace>
  <inkml:trace contextRef="#ctx0" brushRef="#br0" timeOffset="32">18946 3792 24575,'-8'0'0,"-6"0"0,2 0 0,-7 0 0,2 0 0,-4 0 0,-1 0 0,4 0 0,-1 0 0,-11 0-429,10 0 1,0 0 428,-12 0 0,0 0 0,15 0 0,-1 0 0,-6 0 0,0 0 0,0 0 0,2 0 0,-8 0 0,0 0 0,6 0 0,2 0 0,-2 0 0,6 0 0,-1 0 0,-9 0 0,0-1 0,-1-1 0,8 0 0,1 0-616,-4 0 1,-1-1 615,1 0 0,2 0 0,3 0 0,2 0 0,-3 1 0,0-1 0,0 0 0,1 0 0,-1 0 0,0 1 0,-1-1 0,-1 0 0,0-1 0,0-1 0,-3 2 0,-1-1-910,2 0 1,-1 0 909,-2 0 0,-1 1 0,2 1 0,-1 1 0,-1 0 0,0 0 0,2 0 0,-1 2 0,2-1 0,-1 0 0,3 0 0,-1 0-597,0 0 1,0 0 596,2-1 0,0 2 0,-9 2 0,1 1 0,12-3 0,1 0 0,-10 4 0,2 0 545,1-2-545,-1 2 1066,6 2-1066,8-4 1865,-13 1-1865,-4-4 0,-3 0 0,6 0 0,-1 0-233,1 0 1,-1 0 0,2 0 232,0 0 0,1 0 0,-3 0 0,-3 0 0,1 0 0,6 0 0,1 0 0,-1 0-915,-10 0 0,-1 0 1,1 0 914,9 0 0,1 0 0,1 0 0,-9-1 0,-1 2 0,1 0 0,-1 1 0,2 0 0,6-1 0,1-1 0,-1 0 0,-6 3 0,0 1 0,1-2 0,-6-2 0,3 1-899,2 0 1,0 0 898,-1 1 0,-1-1 0,1 0 0,0-1 0,1 3 0,0-1 0,-1 0 0,0 0 0,3-1 0,2 1-588,4 1 0,0-1 588,-6 0 0,1 0 0,-3 1 0,-2 0 0,1 0 0,13-2 0,1 1 0,-11 1 0,0 0 277,8 0 1,1-1-278,-3 0 0,-1-1 0,0 1 0,1-1 0,1 0 0,-1 1 0,-2-2 0,0 0 0,1 3 0,0-1 0,1-1 0,-2 0 0,2 0 0,-5 2 0,0 1 340,4-2 1,0-1 0,1 1-341,-1 0 0,0 0 0,-1 1 0,0-1 0,3-1 0,-1 1 0,-2 2 0,0 0 436,3 0 0,-1-1-436,-2 1 0,0 1 0,3-1 0,0 0 0,-4-1 0,1 0 0,6 1 0,0 0 0,-9 1 0,-1-1 0,0 0 0,0 1 0,-2-1 0,-1 1-44,1 0 1,0-1 43,8-1 0,-1-1 0,-8 3 0,0-2 0,9 1 0,0-1 76,-5 0 0,0 1-76,5-2 0,3-1 0,-9 1 0,4 0 0,1-1 0,-3 0 0,3 2 0,0-1 0,-6-1 925,-3 1-925,13-1 0,0-2 0,-2 1 0,2 0 0,-1 0 0,-7 3 0,-3-3 0,1 5 0,10-3 0,0-1 0,-10 1 0,12 0 0,-1 1 0,-7-1 1041,2 3-1041,-9 2 0,5-2 0,-2 2 0,4-2 0,2 0 1710,-1 0-1710,2 0 1121,0-1-1121,-7 3 0,5-4 0,-5 4 727,10-7-727,2 2 0,-2-2 0,-1 2 0,2-1 0,-2 1 0,4-2 0,-2 2 0,-1 1 0,-1 2 0,0-1 0,3 0 0,1 1 0,1-1 0,4 1 0,-1-2 0,5 1 0,1 1 0,1-2 0,1 8 0,2-2 0,-1 9 0,-1 0 0,-2 0 0,-1 5-542,1-1 0,0 1 542,0 7 0,0-1 0,0 2 0,2-12 0,1-1 0,-1 9 0,1-10 0,0 0 0,2 4 0,-5-4 0,3 8 0,-1-6 0,1 8 0,0-8 0,-1 2 1084,1-4-1084,-3 4 0,3-2 0,-3-3 0,2 6 0,-1-3 0,4-2 0,-2 1 0,2-4 0,0-1 0,-2 2 0,1 1 0,0 1 0,1 0 0,-2 8 0,1-4 0,-1 6 0,2-9 0,-2-2 0,2 3 0,-2-6 0,2 5 0,0-4 0,0 1 0,0-2 0,0-2 0,0 2 0,0-3 0,0 4 0,0-1 0,0-1 0,0 13 0,0-6 0,0 6 0,2-10 0,-2-2 0,3 1 0,-2-2 0,3 2 0,-4-1 0,4 0 0,-3 0 0,1 2 0,-2-1 0,2 4 0,-2-2 0,2 2 0,-2-1 0,0 1 0,0-2 0,0 3 0,0-3 0,0 2 0,0-4 0,0 1 0,0 7 0,0-7 0,0 6 0,0-8 0,0 0 0,0 0 0,0 0 0,0-2 0,0 1 0,0-1 0,0 0 0,0-1 0,0-1 0,0-2 0,0 1 0,0 1 0,2-1 0,-1-3 0,1 3 0,-1-2 0,-1 1 0,2 0 0,0 1 0,-2 0 0,2 2 0,-2-4 0,0-1 0,0-1 0,0 0 0,0 0 0,2-3 0,-2 3 0,2-2 0,-2 2 0,0 0 0,0 1 0,0-1 0,0 4 0,0-4 0,0 2 0,0-2 0,0-1 0,2 0 0,-2 1 0,3-1 0,-1 0 0,2-1 0,-1 0 0,0 1 0,0-3 0,-2 4 0,2-4 0,-1 2 0,1-2 0,1 0 0,0 1 0,0 0 0,1 1 0,-1-2 0,3 0 0,-2 0 0,0 0 0,1 1 0,-2 0 0,1 1 0,-1-2 0,2 0 0,-2 0 0,2 0 0,-2 0 0,-1 0 0,1 0 0,1 0 0,0 0 0,0 0 0,1 0 0,-2 0 0,1 0 0,1 0 0,-1 0 0,0 0 0,-1 0 0,0 0 0,1 0 0,-1 0 0,1 0 0,-2 0 0,-2 0 0</inkml:trace>
  <inkml:trace contextRef="#ctx0" brushRef="#br0" timeOffset="33">14712 7620 24575,'0'13'0,"0"0"0,0 6 0,0-1 0,0-1-819,0 11 0,0-1 819,0-9 0,0 1 0,0 0 0,0 10 0,0 0 0,0-11 0,0 0 0,0-1 0,0 1 0,0 11 0,0-12 0,0 0 0,0 12 0,0 0 0,0 2 0,0-2 0,0 0 0,0 1 0,0-1 0,0-11 0,0 0 0,0 11 0,0-8 0,0-1 0,0 5 0,0-1 0,0 6 0,0-4 0,0-9 0,0-1-396,0 9 0,0 3 1,0-4 395,0 6 0,0-11 0,0 0 107,0-2 0,0-1-107,0 16 0,0-4 0,0-6 0,0-3 0,0-6 760,0-3-760,0-3 1344,0-2-1344,0-1 507,0 0-507,0-1 0,0 0 0,0-2 0</inkml:trace>
  <inkml:trace contextRef="#ctx0" brushRef="#br0" timeOffset="34">14065 8994 24575,'0'3'0,"0"12"0,0-4 0,0 21 0,0-17 0,0 10 0,0-12 0,0 0 0,0 0 0,0 3 0,0-2 0,0 1 0,0-2 0,0 0 0,0-2 0,0 1 0,0-3 0,0 1 0,0-2 0,0 8 0,0-4 0,0 7 0,0-3 0,0 0 0,0 0 0,0 2 0,0-4 0,2 4 0,-2-4 0,5 3 0,-5-3 0,4 2 0,-1-1 0,-1 1 0,2 1 0,-1 7 0,1-9 0,0 6 0,-1-8 0,-1-2 0,0-3 0,-2-3 0,3 1 0,-1-3 0,3 0 0,0-3 0,0 0 0,1 0 0,0 0 0,2 0 0,0 0 0,0 0 0,4 0 0,-3 0 0,2 0 0,-5 0 0,0 0 0,1 0 0,0 0 0,0 0 0,1 0 0,-2 0 0,0 0 0,2 0 0,-4 0 0,1 0 0,1 0 0,0 0 0,0 0 0,0 0 0,-3 0 0,-1 2 0,2-2 0,-3 2 0,1 1 0,0-2 0,-2 2 0</inkml:trace>
  <inkml:trace contextRef="#ctx0" brushRef="#br0" timeOffset="35">14484 9436 24575,'0'8'0,"0"1"0,2 10 0,1-5 0,1 2 0,0-5 0,0-1 0,-2-1 0,2 1 0,-1 0 0,0-1 0,0 4 0,1-5 0,-2 4 0,2 0 0,0 0 0,0-1 0,-1-3 0,0-1 0,-1-2 0,0-1 0,1 0 0,-1-1 0,2 1 0,0-1 0,0 1 0,-1-2 0,1 2 0,-1-4 0,1 2 0,0-2 0,0 0 0,-1 0 0,1 0 0,0 0 0,0 0 0,-1 0 0,1 0 0,-1 0 0,1 0 0,0-2 0,0-4 0,4-7 0,-3-3 0,5-1 0,-3-2 0,1 3 0,0 0 0,-3 1 0,1 1 0,-1 1 0,-1 0 0,-2 2 0,0 1 0,-2 0 0,0 1 0,0-3 0,0 3 0,0-1 0,0 1 0,0 1 0,0 1 0,0 0 0,0 2 0,0-1 0,-5-4 0,2 1 0,-7 0 0,0 1 0,1 3 0,-5-1 0,6 4 0,-5-2 0,2 4 0,1-2 0,-3 2 0,0 0 0,-1 0 0,-2-2 0,3 1 0,0-1 0,0 2 0,0 0 0,2 0 0,1 0 0,4 0 0,0 0 0,2 0 0,1 0 0,1 2 0,-2 0 0,2 2 0,0 1 0,-2-1 0,4 2 0,-2-3 0,2 0 0,0-2 0</inkml:trace>
  <inkml:trace contextRef="#ctx0" brushRef="#br0" timeOffset="36">15032 9430 24575,'-8'2'0,"0"0"0,-6 6 0,3-3 0,-4 3 0,3-4 0,1 0 0,-2 1 0,2-1 0,0-2 0,3 0 0,1-2 0,0 0 0,2 0 0,-1 0 0,2 1 0,-2 0 0,2 1 0,0-2 0,1 0 0,-1 1 0,0 0 0,0 2 0,0-1 0,-1 2 0,1-1 0,-2 2 0,3-2 0,-1 1 0,0 1 0,1-1 0,2 2 0,1-2 0,0-1 0,0 1 0,0-1 0,0 1 0,0 3 0,0-2 0,0 2 0,0-3 0,0-1 0,0 1 0,0 1 0,1 0 0,2 4 0,1-4 0,0 1 0,-1-2 0,1 2 0,0-2 0,0 2 0,-1-2 0,1 0 0,0-1 0,0-1 0,-1 1 0,1-2 0,0 2 0,-1-3 0,1 4 0,0-4 0,0 4 0,-1-2 0,1-1 0,-1 3 0,1-2 0,2 1 0,-2 0 0,1-2 0,2-1 0,-2 0 0,4 0 0,-5 0 0,2 0 0,1 0 0,0 0 0,2 0 0,-2 0 0,0-2 0,-1-2 0,2-2 0,-2-2 0,6-3 0,-7 1 0,4 1 0,-3 1 0,-2 2 0,2-2 0,-2 2 0,0-2 0,0 2 0,0-2 0,0 2 0,-3 1 0,1 1 0,-2 0 0,0 0 0,0-1 0,0 0 0,0-2 0,0 3 0,0-2 0,0-1 0,0 2 0,0-2 0,0 2 0,0 1 0,0-2 0,-3-1 0,2 2 0,-4-2 0,4 3 0,-2 0 0,2 1 0,0 2 0,1 3 0,0 3 0,0 0 0,0-2 0,0 1 0,0 0 0,0 0 0,0 1 0,0 4 0,0 1 0,2 1 0,-2 2 0,4-5 0,-2 4 0,0-3 0,2 1 0,-3-3 0,2-2 0,-3-1 0,2 0 0,-2 0 0,0-1 0,0 1 0,2-1 0,-2 1 0,3 0 0,-2 0 0,2 1 0,-2-1 0,1 2 0,-1-2 0,0-1 0,0 1 0,1 0 0,-2 0 0,3-1 0,-1 2 0,1 0 0,0 0 0,-1 1 0,0-2 0,2 2 0,-4-3 0,3 1 0,-1-1 0,2 1 0,0-1 0,-2 0 0,1-3 0,-1 2 0,2-2 0,0 2 0,0-2 0,-1 2 0,1-2 0,-1 0 0,1 0 0,0 0 0,0 0 0,0 0 0,-1 0 0,3 0 0,0-4 0,4-1 0,1-4 0,2 1 0,-6 3 0,-1 1 0</inkml:trace>
  <inkml:trace contextRef="#ctx0" brushRef="#br0" timeOffset="37">15557 8977 24575,'0'3'0,"0"-1"0,0 8 0,0-3 0,0 8 0,0-6 0,0 8 0,0-9 0,0 4 0,0-1 0,0 2 0,0 0 0,0 11 0,0-8 0,0 8 0,0-9 0,0-1 0,0 4 0,0-4 0,0 12 0,0-10 0,0 10 0,0-13 0,0 6 0,0-2 0,0-3 0,0 0 0,0-6 0,0 0 0,0-2 0,0 2 0,0-4 0,0 4 0,0-5 0,0 3 0,0 0 0,0 0 0,0 2 0,0-3 0,0 1 0,0 0 0,0-2 0,0 4 0,0-4 0,0 4 0,0-3 0,0 2 0,0-2 0,0-1 0,0 0 0,0 0 0,0-1 0,0 0 0,-2-9 0,-2-1 0,-1-8 0,-12-11 0,9 11 0,-7-12 0,7 16 0,3 1 0,0 0 0,-2 1 0,3 1 0,-2 0 0,3 2 0,-2 0 0,0-2 0,0 4 0,-1-2 0,3 3 0,0-1 0,-3 1 0,1 0 0,-2 1 0,2 0 0,-6-1 0,6 0 0,-6 1 0,7-2 0,-2 4 0,1-1 0,0 1 0,0 0 0,1 0 0,1 0 0,-1 0 0,0 0 0,0 0 0,1 1 0,-1 1 0,0 2 0,0 0 0,0 0 0,1-1 0,-1 1 0,0-1 0,0 1 0,1 0 0,-1 0 0,2-1 0,-1 3 0,0-2 0,1 3 0,0-3 0,2 2 0,0-2 0,0-1 0,0 3 0,0 0 0,-1 2 0,1 2 0,-4-1 0,3 1 0,-1-2 0,2 0 0,0 1 0,0-4 0,0 1 0,0-2 0,0-1 0,0 1 0,0 0 0,0 0 0,0 0 0,0-1 0,0 1 0,0-1 0,0 1 0,2 2 0,-1-2 0,2 2 0,-1-3 0,3 3 0,0-2 0,0 1 0,1 0 0,-3-2 0,5 0 0,-4-1 0,1-2 0,1 3 0,-2-2 0,4 3 0,-4-4 0,4 4 0,-2-4 0,2 3 0,0-2 0,0 3 0,0-4 0,0 2 0,0 0 0,0-2 0,0 2 0,-2-2 0,0 0 0,3 1 0,-4 0 0,4 1 0,-6-2 0,1 0 0,0 0 0,0 0 0,-1 0 0,1 0 0,-1 0 0,1 0 0,0 0 0,0 0 0,-1 0 0,1 0 0,0 0 0,2-2 0,-3-1 0,5 0 0,-4-1 0,3 0 0,-2 2 0,-1-2 0,-1 3 0,-1-1 0,0 0 0,-1 2 0</inkml:trace>
  <inkml:trace contextRef="#ctx0" brushRef="#br0" timeOffset="38">14432 7117 24575,'-19'0'0,"2"0"0,-12 0 0,2 0 0,0 0 0,5 0 0,-2 0 0,5 0 0,0 0 0,-4 0 0,-2 0 0,2 0-1347,0 0 1,1 0 1346,-10 0 0,0 0 0,9 0 0,1 0-284,-1 0 1,-1 0 283,2 0 0,0 0 0,-3 0 0,0 0 0,2 0 0,1 0 0,1 0 0,0 0 0,-6 0 0,1 0 0,-1 0 0,4 1 0,-3 1 0,9 0 0,1-1 0,-16 3-210,15-3 1,0 0 209,-5-1 0,-8 0 0,6 0 0,-3 0 0,11 0 0,-5 0 1874,9 0-1874,-2 0 1306,8 0-1306,3 0 0,1 0 0,0 0 0</inkml:trace>
  <inkml:trace contextRef="#ctx0" brushRef="#br0" timeOffset="39">12529 6679 24575,'0'4'0,"0"1"0,0 1 0,0 0 0,0 1 0,0-2 0,0 14 0,0-9 0,0 12 0,0-9 0,0 1 0,0 1 0,0-2 0,0 0 0,0 9 0,0-5 0,0 8 0,0-9 0,0 0 0,0 9-236,0-5 1,0-1 235,0 7 0,0 5 0,0-3 0,0 4 0,0-9 0,0 0 0,0-5 0,0 0 0,0 3 0,0 0 0,0 10 0,0-2 0,2 0 0,-1 2 0,1-6 0,-2 4 0,0-7 0,0-1 0,0-5 0,0-2 0,0-4 0,0-4 0,0 0 117,0-1 1,0-3 0,0 1 0</inkml:trace>
  <inkml:trace contextRef="#ctx0" brushRef="#br0" timeOffset="40">12489 6725 24575,'6'0'0,"6"0"0,-1 0 0,3 0 0,2 0 0,-5 0 0,5 0 0,-1 0 0,-4 2 0,10 2 0,-11 0 0,8 3 0,-9-3 0,1 0 0,-2 0 0,1 0 0,-2 2 0,4-2 0,-3 2 0,5 0 0,-3-1 0,4 3 0,-1-3 0,2 4 0,-1-4 0,4 3 0,-5-3 0,9 8 0,-8-8 0,3 9 0,-4-6 0,-2 2 0,0 0 0,1 0 0,-2 2 0,0-1 0,-3 2 0,1 1 0,-3-2 0,1 1 0,-1 1 0,-1 7 0,-1-3 0,-1 3 0,-2-3 0,0-1 0,0 1 0,0 3 0,0 5 0,0-6 0,0 7 0,-5-8 0,-1 7 0,-6 1 0,2-6 0,-3 6-521,2-10 521,3-3 0,-1 0 0,-3 2 0,-6 9 0,7-13 0,-4 5 0,1-3 0,0 0 0,1-3 521,-1 0-521,1-2 0,-4 1 0,5-2 0,-1-1 0,4-3 0,2 0 0,-4 0 0,2-1 0,-3 0 0,1 0 0,-2 0 0,0 0 0,-3-2 0,3 1 0,-1-2 0,2 0 0,5 0 0,-3 0 0,6 0 0,0 0 0,2 0 0</inkml:trace>
  <inkml:trace contextRef="#ctx0" brushRef="#br0" timeOffset="41">13152 6940 24575,'-4'0'0,"-4"0"0,-4 0 0,2 0 0,0 0 0,6 0 0,2 1 0,-2-1 0,2 4 0,-2-3 0,-1 4 0,0-1 0,-2-1 0,2 3 0,0-1 0,1 0 0,0-1 0,0-1 0,2 1 0,1 0 0,1-1 0,0 1 0,0 0 0,-2 11 0,1-4 0,-1 6 0,2-4 0,0-4 0,0 1 0,0-4 0,-2 1 0,2-2 0,-2 0 0,2-1 0,0 0 0,0 0 0,4 1 0,-2-1 0,3 1 0,-1-1 0,0 0 0,-1-1 0,1-1 0,0 1 0,2-2 0,-3 1 0,3-2 0,-2 0 0,0 0 0,-1 0 0,1 0 0,0 0 0,0 0 0,0 0 0,-1 0 0,0 0 0,1 0 0,0 0 0,0 0 0,0 0 0,1-2 0,-1 0 0,2-2 0,-2 0 0,-1 0 0,1 0 0,0 1 0,-2-1 0,0 1 0,-2-1 0,0-2 0,0 2 0,0-2 0,0 1 0,0-2 0,0 2 0,0-1 0,0 2 0,0 0 0,0 1 0,0-1 0,0-2 0,0 0 0,0 0 0,0-1 0,0 0 0,0-1 0,0-1 0,0 2 0,0 0 0,0 3 0,0 0 0,0 4 0,0 11 0,0-3 0,0 12 0,0-10 0,2 4 0,0-1 0,2-1 0,0 2 0,3 2 0,-2-4 0,3 7 0,-3-12 0,2 4 0,-4-7 0,2 2 0,-3-4 0,3 3 0,-1-5 0,0 2 0,0-1 0,0 0 0,-1 1 0,1-2 0,-1 0 0,1 0 0,-2-2 0,2-2 0,-4-2 0,2 2 0,-2 0 0</inkml:trace>
  <inkml:trace contextRef="#ctx0" brushRef="#br0" timeOffset="42">13308 6690 24575,'0'3'0,"0"1"0,0 6 0,0-5 0,0 7 0,0-7 0,0 4 0,0-3 0,2 0 0,-2 2 0,3-4 0,-3 3 0,2-2 0,0 6 0,0-4 0,3 5 0,-4-2 0,3 0 0,-3 4 0,1-1 0,0-1 0,-2 2 0,4-4 0,-2 3 0,0-4 0,2 3 0,-3-4 0,3 3 0,-4-3 0,3-2 0,-3 2 0,4-5 0,-2 5 0,2 0 0,-2-2 0,2 2 0,-4-4 0,3 1 0,-2-1 0,1 2 0,0-2 0,0-1 0,1-1 0,2 1 0,0-2 0,2 2 0,-1-2 0,2 1 0,0-2 0,0 0 0,0 0 0,0 0 0,1 0 0,-2 0 0,-1 0 0,2-2 0,-4-2 0,2 0 0,-2-2 0,0 2 0,-1 0 0,1-1 0,0 2 0,-2-2 0,-1 3 0,-1 0 0,0 1 0</inkml:trace>
  <inkml:trace contextRef="#ctx0" brushRef="#br0" timeOffset="43">13243 6860 24575,'6'-5'0,"2"-2"0,-2 5 0,1-3 0,-2 1 0,-1 2 0,2-2 0,-1 2 0,-1-1 0,2-1 0,-3 2 0,1-2 0,0 2 0,-1 0 0,3-1 0,9-8 0,2-2 0,0 4 0,2-6 0,-1 1 0,-5 6 0,-2-1 0,0 3 0,-6 2 0,1 2 0,-3 2 0,-5 2 0,-1 2 0,-6 3 0,6-3 0,-2 4 0,5-4 0,0-1 0,0-1 0,0 0 0</inkml:trace>
  <inkml:trace contextRef="#ctx0" brushRef="#br0" timeOffset="44">13653 6892 24575,'-6'0'0,"-4"0"0,1 0 0,-3-2 0,5 2 0,1-4 0,-2 2 0,-2-4 0,1 1 0,0 0 0,1 1 0,2-2 0,0 2 0,-2-2 0,4 2 0,-2 2 0,2-1 0,-2 0 0,3 1 0,-3-1 0,2 3 0,0-2 0,1 2 0,0 2 0,2-1 0,1 3 0,0 0 0,0 0 0,0 1 0,0-1 0,0 2 0,0 0 0,0-2 0,0 2 0,0-3 0,0 1 0,0-1 0,0 1 0,0 2 0,0 0 0,0 2 0,0 0 0,0-2 0,0 4 0,1-5 0,0 5 0,2-5 0,-2 4 0,0-3 0,1 0 0,-2-3 0,2 1 0,-1-1 0,0 1 0,1 0 0,-2 0 0,1-1 0,0 1 0,2-2 0,0 1 0,0-1 0,0 2 0,1-2 0,0 2 0,0-4 0,0 3 0,-1-3 0,4 2 0,-2-2 0,4 0 0,-3 0 0,1 0 0,0 0 0,-1 0 0,2 0 0,-2 0 0,2 0 0,-2 0 0,0 0 0,2 0 0,-2-2 0,3-1 0,-2-4 0,2 3 0,-5-1 0,2 2 0,-2 0 0,0 1 0,-2-2 0,-1 2 0,-1-1 0,0-1 0,0 0 0,0 0 0,0-1 0,0 0 0,0 0 0,0 1 0,0 0 0,0 0 0,0 1 0,0-1 0,-1 0 0,-1-2 0,-1 3 0,0-4 0,1 4 0,0-1 0,-2 1 0,4-1 0,-3 1 0,2 3 0,0 3 0,1 0 0,0 1 0,0 1 0,0-1 0,0 2 0,0-2 0,0-1 0,0 1 0,0-1 0,0 1 0,1 0 0,2 0 0,0-1 0,1 1 0,-1 0 0,3 0 0,-2 0 0,4-1 0,-4 1 0,3 0 0,0 0 0,-1-2 0,1 1 0,-3-2 0,1 2 0,-1-2 0,0 1 0,0-2 0,-1 0 0,2 0 0,0 0 0,0 0 0,-1 0 0,1 0 0,3 0 0,-3-2 0,0 0 0,-5-2 0,0 2 0,0 0 0</inkml:trace>
  <inkml:trace contextRef="#ctx0" brushRef="#br0" timeOffset="45">13763 6789 24575,'7'7'0,"-2"-2"0,3 3 0,-4-3 0,3 2 0,-4-3 0,2 1 0,-3 1 0,1-2 0,5 9 0,-4-8 0,4 6 0,-4-5 0,-1-3 0,1 5 0,0-4 0,0 1 0,0-1 0,-1 2 0,1-2 0,-2 1 0,1-1 0,0 0 0,-1 0 0,1-1 0,-3 1 0,2 0 0,-2-2 0,0 0 0</inkml:trace>
  <inkml:trace contextRef="#ctx0" brushRef="#br0" timeOffset="46">13700 6618 24575,'0'0'0</inkml:trace>
  <inkml:trace contextRef="#ctx0" brushRef="#br0" timeOffset="47">13895 6789 24575,'0'4'0,"4"1"0,-2-1 0,2 2 0,-1-1 0,-1-1 0,2 3 0,-2-3 0,1 0 0,-3-1 0,4 0 0,-2 2 0,1-1 0,0 1 0,0-1 0,-1 0 0,0-1 0,1 1 0,-3 0 0,4 0 0,-4-1 0,3-1 0,0 3 0,1-2 0,1 4 0,-1-3 0,2 2 0,-2-3 0,-3 1 0,3 0 0,-4-1 0,2-4 0,-2 0 0,0-7 0,0-1 0,-2-2 0,-1-12 0,-4 2 0,5-2 0,-5 0 0,4 6 0,0-7 0,0 6 0,0 0 0,2-8 0,-1 9 0,0 1 0,2 1 0,0 4 0,0-1 0,0 5 0,0-3 0,0 6 0,0-2 0,0 2 0,2 2 0,11 1 0,-5 1 0,8 0 0,-9 0 0,-2 0 0,2 0 0,-3 0 0,2 0 0,-2 0 0,-1 0 0,1 1 0,0 1 0,1 3 0,-1 0 0,1 0 0,-1-1 0,0 1 0,0 2 0,0-2 0,0 1 0,0-2 0,-1 0 0,-1-1 0,1 1 0,-2 0 0,2 2 0,-1-3 0,3 5 0,-2-2 0,2 4 0,-1-1 0,0 4 0,0-5 0,0 3 0,0-4 0,-2 1 0,2-1 0,-4 0 0,3-3 0,-2 1 0,2-1 0,-1 0 0,0-1 0,0 1 0,0 0 0,-2 0 0,2-2 0,-2-1 0</inkml:trace>
  <inkml:trace contextRef="#ctx0" brushRef="#br0" timeOffset="48">16519 4380 24575,'0'8'0,"1"-4"0,14 22 0,-3-9 0,6 6 0,-4-5 0,-4-1 0,-1-6 0,0 4 0,0-1 0,-1-2 0,7 16 0,-8-15 0,4 11 0,1 2 0,0-2 0,-1 4 0,-4-13 0,-1-1 0,2 8 0,4 6 0,-5-13 0,2 1 0,-5-6 0,5 1 0,-9-7 0,4-3 0,-4 1 0,1-2 0</inkml:trace>
  <inkml:trace contextRef="#ctx0" brushRef="#br0" timeOffset="49">16598 4367 24575,'0'-6'0,"1"1"0,2 0 0,3 3 0,0-4 0,5-2 0,-2 1 0,5-1 0,-5 2 0,3 0 0,-3 2 0,3-5 0,1 2 0,-1 1 0,3-3 0,-4 2 0,4-1 0,-1-1 0,1 0 0,-3 0 0,0 2 0,-4 0 0,5 2 0,-5-2 0,3 4 0,-5-2 0,1 2 0,-1-1 0,1 0 0,0 2 0,0 1 0,-2 1 0,3 0 0,-4 0 0,4 0 0,-4 0 0,1 0 0,-1 0 0,0 0 0,0 0 0,-1 0 0,1 0 0,0 0 0,0 0 0,1 3 0,-3-1 0,3 5 0,-1 3 0,1-1 0,1 1 0,-2-3 0,-1-1 0,0 3 0,0-4 0,0 3 0,-2-4 0,3 4 0,-4-4 0,2 4 0,-2-3 0,0 4 0,0-3 0,0 3 0,0-2 0,0 6 0,0 1 0,-2 5 0,0-3 0,-5 2 0,0-8 0,1 1 0,-2 0 0,1-1 0,1-3 0,0 2 0,2-4 0,0 0 0,1-1 0,-1-2 0,0 1 0,0-1 0,1 2 0,2-2 0,0 2 0,3-3 0,-2 5 0,0-2 0,0 4 0,0-2 0,0 0 0,-2 2 0,-1-2 0,-2 0 0,0 2 0,-1-5 0,2 5 0,0-4 0,0 4 0,1-4 0,-3 4 0,2-4 0,-2 1 0,0-1 0,2 0 0,-2 2 0,1-2 0,0 2 0,-1-2 0,3-2 0,-1 1 0,0-2 0,0 2 0,1-2 0,1 2 0,-1-3 0,-1 5 0,-1-3 0,0 4 0,2-2 0,-3 1 0,-2 3 0,1-2 0,0 2 0,1-2 0,2-2 0,-4 2 0,4-3 0,-2 1 0,2 0 0,1-2 0,1-2 0,2-2 0,3-4 0,1 2 0,2 1 0,-2-3 0,1 4 0,4-5 0,-1 2 0,5-2 0,-2-2 0,2 2 0,8-3 0,-8 5 0,8-1 0,-11 2 0,1 4 0,-1-2 0,8 2 0,-6 0 0,21 0 0,-18 0 0,10 0 0,-9 0 0,-3 0 0,5 0 0,-4 0 0,1 0 0,-2 0 0,0 0 0,0 2 0,0 0 0,2 4 0,-4-2 0,0 3 0,-4-4 0,0 1 0,1 2 0,-2-2 0,2 1 0,-4 1 0,-1-2 0,1 2 0,0-2 0,0 0 0,-1-1 0,1 0 0,-2 1 0,1-1 0,-2-2 0,0-1 0</inkml:trace>
  <inkml:trace contextRef="#ctx0" brushRef="#br0" timeOffset="50">17173 4420 24575,'0'-11'0,"0"4"0,0-7 0,0 4 0,0 1 0,0-9 0,0 5 0,0-6 0,0 11 0,0-5 0,0 7 0,0-7 0,0 4 0,0 1 0,0 0 0,0 2 0,0 0 0,0 0 0,0 2 0,-2 1 0,0 1 0,-2-1 0,1 2 0,-1-1 0,-2 2 0,-1 0 0,0 0 0,0 0 0,3 0 0,1 0 0,1 4 0,-2 0 0,2 4 0,-2 3 0,1-3 0,-1 2 0,4-3 0,-4 0 0,4 0 0,-3 0 0,2 1 0,-1-1 0,0 0 0,2-3 0,-2 2 0,2-1 0,0-1 0,0 2 0,0-2 0,0-1 0,0 1 0,4 1 0,-2-2 0,2 2 0,-1-3 0,-1 1 0,2 1 0,-1 0 0,1 0 0,0-1 0,-1 1 0,5 1 0,-4 0 0,6 0 0,-6-3 0,4 2 0,-5-2 0,5 0 0,-4 2 0,4-4 0,-4 3 0,3-3 0,-2 2 0,0-2 0,1 0 0,0 0 0,0 0 0,1 0 0,0 0 0,1 0 0,0 0 0,0 0 0,0 0 0,0 0 0,0 0 0,0 0 0,0 0 0,4 0 0,-3-2 0,2-1 0,-5-2 0,2-1 0,-2 2 0,0 0 0,0 1 0,-3-1 0,1 0 0,-2-2 0,1 2 0,-2-2 0,1 1 0,-2 0 0,0-1 0,0 3 0,0-1 0,0 0 0,0 2 0,0 1 0</inkml:trace>
  <inkml:trace contextRef="#ctx0" brushRef="#br0" timeOffset="51">17352 4088 24575,'0'3'0,"0"1"0,0 0 0,-2 0 0,-2-1 0,1 1 0,-2-1 0,5 3 0,-3 0 0,2 1 0,0-2 0,-1 1 0,1-2 0,-1 1 0,0 1 0,2 0 0,-2 3 0,2-2 0,-3-1 0,2 2 0,-3 1 0,2-3 0,2 2 0,-2-4 0,2 0 0,0-1 0,0 1 0,0 0 0,0-1 0,2-1 0,0 0 0,2-2 0,1 0 0,-1 0 0,3 0 0,0 0 0,1 0 0,2 0 0,-1 0 0,3 0 0,-1 0 0,2 0 0,0-2 0,0 2 0,-2-2 0,1 0 0,-3 1 0,3-1 0,-3 0 0,1 2 0,-2-1 0,1 1 0,-4 0 0,3 0 0,-4 0 0,2 0 0,-2 0 0,-1 0 0,1 0 0,-1 0 0,0 1 0,-2 1 0,1 1 0,-2 1 0,2 0 0,-2 0 0,0 0 0,0-1 0,0 1 0,0 0 0,0 3 0,0-3 0,0 4 0,0-3 0,0 2 0,0 0 0,0 2 0,0-3 0,0 1 0,0 0 0,-2-2 0,0 3 0,-2-2 0,-2 0 0,2 2 0,-4-4 0,4 2 0,-2-2 0,0 2 0,2-2 0,-2 2 0,2-3 0,1-1 0,0 0 0,0-2 0,2 0 0</inkml:trace>
  <inkml:trace contextRef="#ctx0" brushRef="#br0" timeOffset="52">17679 4327 24575,'0'-6'0,"0"0"0,0-5 0,2 1 0,-1-3 0,2 5 0,-3-2 0,2 6 0,-2-2 0,0 1 0,0 0 0,0-1 0,0 3 0,0-1 0,0 0 0,0 0 0,0-1 0,0 1 0,-2-1 0,0 0 0,-4 4 0,2-2 0,-2 3 0,3 0 0,-1 0 0,0 0 0,1 0 0,-1 0 0,0 0 0,0 1 0,2 2 0,-1 2 0,-1 1 0,1 0 0,-2 1 0,3-2 0,0 0 0,0-1 0,0-1 0,2 1 0,-3 0 0,2 0 0,-2-1 0,3 1 0,-2 0 0,2-1 0,0 1 0,0 0 0,0 0 0,0-1 0,0 1 0,0 0 0,2 0 0,-1-1 0,3-1 0,-2 1 0,2-2 0,-2 4 0,2-4 0,-1 4 0,0-5 0,1 4 0,0-3 0,0 3 0,0 0 0,-1-1 0,1 1 0,0 0 0,-1 0 0,1-1 0,2 1 0,-2 0 0,2 0 0,-3-1 0,1 1 0,0 0 0,1 0 0,-1 0 0,1-1 0,-1 0 0,0 0 0,0 0 0,0-3 0,-1 2 0,0-2 0,1 0 0,2 0 0,-2 0 0,1 0 0,-1 0 0,0 0 0,1 0 0,1-2 0,0 0 0,1-2 0,-2-2 0,2 2 0,-2-2 0,1 0 0,-3 2 0,3-5 0,-2 4 0,1-4 0,-1 5 0,-1 0 0,-2 2 0</inkml:trace>
  <inkml:trace contextRef="#ctx0" brushRef="#br0" timeOffset="53">17820 3974 24575,'0'3'0,"0"5"0,0-2 0,6 7 0,-1-4 0,8 6 0,-4-6 0,3 1 0,-6 0 0,2-3 0,7 13 0,-4-10 0,7 13 0,-11-12 0,1 2 0,-3 0 0,3-4 0,-4 1 0,3-2 0,-2 1 0,1 0 0,-2 0 0,2 0 0,0 0 0,0 0 0,0 0 0,1 1 0,-2-1 0,4 1 0,-4-5 0,0 3 0,3 0 0,-3-2 0,3 2 0,-5-4 0,0 0 0,1-3 0,0 3 0,0-4 0,0 2 0,-1-2 0,1 0 0,0-4 0,0 0 0,0-4 0,0 0 0,-2 3 0,0 1 0</inkml:trace>
  <inkml:trace contextRef="#ctx0" brushRef="#br0" timeOffset="54">17745 4139 24575,'8'0'0,"4"0"0,-3 0 0,3 0 0,-4 0 0,0 0 0,0 0 0,2 0 0,-2 0 0,0-2 0,1 1 0,-4-2 0,5 2 0,-6 0 0,4-1 0,-4 0 0,4-2 0,-3 2 0,0-4 0,2 6 0,-2-6 0,2 4 0,0-4 0,-2 4 0,-3-4 0,1 4 0,1-3 0,2-1 0,0 0 0,2 0 0,-4 4 0,2-2 0,-3 4 0,-1-3 0,0 4 0,-2-1 0,0 2 0,0 0 0</inkml:trace>
  <inkml:trace contextRef="#ctx0" brushRef="#br0" timeOffset="55">19139 6108 24575,'0'-4'0,"0"-2"0,0 2 0,0-7 0,0 6 0,0-6 0,0 6 0,0-2 0,0 2 0,7-6 0,-4 6 0,6-3 0,-5 4 0,0 0 0,-1 0 0,1 2 0,0-1 0,0 2 0,-1 0 0,1 1 0,-1 0 0,-1 1 0,2 0 0,-2 2 0,2-1 0,-1 1 0,1 1 0,-2 0 0,1 0 0,-2 0 0,2-1 0,-2 1 0,0 0 0,-1-1 0,2 1 0,0 0 0,2 3 0,-1-1 0,2 2 0,-2 0 0,-1-4 0,2 2 0,-4-1 0,2 0 0,-2 0 0,0-1 0,0-1 0,0 1 0,0 0 0,0 0 0,0-2 0,0-1 0</inkml:trace>
  <inkml:trace contextRef="#ctx0" brushRef="#br0" timeOffset="56">19359 6104 24575,'19'0'0,"0"0"0,11 0 0,-13 0 0,0 0-1171,2 0 1,2 0 1170,1 0 0,1 0 0,-6 0 0,0 0 368,1 0 1,-1 0-369,6 0 389,1 0-389,-8 0 0,4 0 0,-3 0 1205,-5 0-1205,5 0 10,-5 0-10,3 0 0,1 0 0,-3 0 0,3-2 0,0-3 0,3-2 0,3-3 0,-4 3 0,0-1 0,9-2-283,-10 2 0,0 1 283,7-3 0,-2 1 0,-6 2 0,1 2 0,5-4 0,7 1 0,-16 3 0,3 2 0,-3-1 0,-2 4 0,2-4 566,-5 4-566,2-4 0,-2 3 0,0 0 0,1-1 0,-2 0 0,1-1 0,3-1 0,-3 2 0,2 0 0,1-2 0,0 4 0,8-4 0,-5 3 0,5-1 0,-6 0 0,0 2 0,0-2 0,0 2 0,0-2 0,-2 1 0,1 0 0,-3-1 0,4 1 0,-5 0 0,2 1 0,1 0 0,-3 0 0,4 0 0,-3 0 0,1 0 0,-3 0 0,-2 0 0,-1 0 0,0 0 0,-1 0 0,-1 0 0,0 0 0</inkml:trace>
  <inkml:trace contextRef="#ctx0" brushRef="#br0" timeOffset="57">20278 5681 24575,'-6'0'0,"-9"0"0,5 0 0,-6 0 0,4 0 0,3 0 0,-9 0 0,5 0 0,-3 0 0,5 0 0,3 0 0,0 0 0,2 0 0,0 2 0,1 2 0,0 0 0,-1 6 0,4-3 0,-6 8 0,7-5 0,-6 2 0,7-2 0,-5-6 0,3 6 0,-1-5 0,3 0 0,0-1 0,0 0 0,0-1 0,0 1 0,0 0 0,0 1 0,0 7 0,0 0 0,0 14 0,2-11 0,-1 5 0,2-9 0,1 0 0,1-4 0,0 5 0,-1-9 0,0 5 0,0-4 0,1 2 0,0 0 0,2-2 0,0 2 0,-1-2 0,1 0 0,-1 0 0,2-2 0,0 1 0,1 0 0,1 1 0,-1-2 0,1 0 0,0 0 0,-2-1 0,5 1 0,-2-2 0,1 0 0,2 0 0,7 0 0,-8 0 0,7 0 0,-8 0 0,0 0 0,-1-2 0,2-1 0,-5-1 0,1-2 0,-2 2 0,-2-2 0,0 2 0,-1 0 0,0-3 0,-2 2 0,0-4 0,-2 5 0,0-3 0,0 0 0,0-6 0,0 1 0,0-5 0,0 4 0,0-3 0,0 2 0,-2-3 0,-3 3 0,0-2 0,-1 3 0,2 0 0,-3 2 0,3 1 0,-4 2 0,4-1 0,-4 3 0,1-1 0,0 2 0,1-2 0,-3 2 0,3 0 0,-1 0 0,-4 0 0,3 0 0,-2-1 0,4 4 0,-2-2 0,3 2 0,-2-2 0,0 0 0,0 0 0,1 0 0,1 2 0,1-1 0,-1 2 0,0 0 0,0 1 0,1 0 0,2 1 0,1 0 0,1 1 0</inkml:trace>
  <inkml:trace contextRef="#ctx0" brushRef="#br0" timeOffset="58">20359 5869 24575,'8'10'0,"-1"-1"0,11 17 0,-9-11 0,0-1 0,1 1 0,1 4 0,-4-2 0,5 4 0,-5-7 0,0 2 0,-1-6 0,-2 0 0,0-1 0,0-3 0,0-1 0,0-1 0,-1-1 0,-1 1 0,0 0 0,0 0 0,-2 0 0,2-1 0,-2 1 0,0-2 0,0-1 0</inkml:trace>
  <inkml:trace contextRef="#ctx0" brushRef="#br0" timeOffset="59">18538 6319 24575,'-5'1'0,"-2"6"0,6 0 0,-4 12 0,4-9 0,-1 3 0,2-2 0,0-5 0,0 4 0,0-4 0,0 0 0,0-2 0,0-1 0,0 1 0,0 2 0,0 0 0,0 2 0,0 0 0,0 0 0,0 0 0,0 7 0,0-4 0,0 6 0,0-9 0,0 5 0,2-4 0,0 1 0,3 0 0,0-1 0,0 3 0,1-5 0,-2 3 0,0-4 0,2 0 0,-2 0 0,4-2 0,-1 1 0,2 0 0,1-1 0,0-3 0,-1-1 0,2 0 0,-2 0 0,4 0 0,-2 0 0,2 0 0,-2 0 0,1-1 0,-4-2 0,3-1 0,-3-2 0,-2 2 0,0-2 0,-3 0 0,1 2 0,0-2 0,-2-1 0,0 2 0,-2-4 0,0 5 0,0-4 0,0 0 0,0-3 0,0-2 0,0 0 0,0 0 0,0-3 0,0 0 0,-2 0 0,-1 0 0,-1 3 0,-1 2 0,2-1 0,-2 4 0,1-3 0,2 5 0,-4 0 0,4 2 0,-4 0 0,-1-1 0,2 0 0,-2 0 0,1 3 0,2-2 0,-3 1 0,0-2 0,1 0 0,-2-2 0,2 4 0,-2-4 0,0 3 0,2 1 0,0-2 0,3 3 0,-1 1 0,0 1 0,0 0 0,1 1 0,1 1 0,-2 1 0,4 0 0,-3-1 0,2 2 0,-1-1 0,2-1 0,0 0 0</inkml:trace>
  <inkml:trace contextRef="#ctx0" brushRef="#br0" timeOffset="60">18696 6589 24575,'3'2'0,"3"5"0,5 4 0,-1-3 0,0 5 0,-5-11 0,-3 2 0,2-1 0,-2 0 0,3 5 0,-2-3 0,2 6 0,-1-6 0,-2 2 0,1-3 0,-1 2 0,3-1 0,-2 0 0,1 2 0,0-3 0,-2 4 0,1-4 0,-1 2 0,2-1 0,0-1 0,-2 2 0,-1-3 0,1-1 0,-1 0 0,0-2 0</inkml:trace>
  <inkml:trace contextRef="#ctx0" brushRef="#br0" timeOffset="61">18830 6523 24575,'0'3'0,"0"1"0,0 4 0,0-4 0,0 4 0,0-5 0,0 1 0,0 1 0,0 5 0,2-1 0,-2 3 0,5-4 0,-2 2 0,3-1 0,-2-1 0,0 2 0,1-1 0,0 1 0,1 0 0,-2-4 0,0 1 0,-1-3 0,-1 2 0,0-3 0,0 1 0,-2-5 0,1 0 0,-1-16 0,0 6 0,0-7 0,0 6 0,0 3 0,0-4 0,0 2 0,0-2 0,0-8 0,0 3 0,0 1 0,0-2 0,0 0 0,0-6 0,0 13 0,4-2 0,-1 2 0,2 0 0,-1 7 0,2 1 0,-2 0 0,1 0 0,-1 3 0,0-1 0,0 2 0,-3 2 0,1-1 0,-2 1 0,0 0 0</inkml:trace>
  <inkml:trace contextRef="#ctx0" brushRef="#br0" timeOffset="62">18967 6555 24575,'4'0'0,"1"0"0,-1 0 0,3 0 0,-2-1 0,-2-1 0,1-2 0,-4 1 0,2-1 0,-2 0 0,0 0 0,0-1 0,0 0 0,-2 1 0,-2 3 0,0 1 0,-2 0 0,3-2 0,-3 2 0,2-4 0,-4 4 0,4-4 0,-1 4 0,1-2 0,0 1 0,0 0 0,0-1 0,1 2 0,-1 0 0,0 0 0,0 0 0,2 2 0,1 0 0,1 2 0,0 0 0,0 0 0,0-1 0,0 1 0,0-1 0,1 1 0,-1 0 0,4 0 0,-2-3 0,0 3 0,0-2 0,-1 0 0,2 1 0,0 0 0,-1 0 0,1 3 0,-1-2 0,3 4 0,0-1 0,-1 0 0,2 2 0,-2-5 0,-1 2 0,1-2 0,0-1 0,0 1 0,0-1 0,-1 1 0,8 4 0,-2-3 0,5 0 0,-3-3 0,-3-2 0,2 0 0,-2 0 0,5 0 0,-4 0 0,1 0 0,-2 0 0,0 0 0,0 0 0,0 0 0,0 0 0,0 0 0,-2-3 0,0 0 0,0-3 0,-2 4 0,2-1 0,-5 1 0,3-1 0,-4 2 0,2 1 0</inkml:trace>
  <inkml:trace contextRef="#ctx0" brushRef="#br0" timeOffset="63">19170 6400 24575,'-3'0'0,"-1"0"0,-4 0 0,4 0 0,-3 0 0,3 0 0,1 0 0,-1 0 0,0 0 0,-2 0 0,0 2 0,0 1 0,0 2 0,2 0 0,1-1 0,1-1 0,0 1 0,2 0 0,0 0 0,0 0 0,0-1 0,0 0 0,0 1 0,0 0 0,0 0 0,0 0 0,0-1 0,2-1 0,-2 1 0,2 0 0,-1-1 0,1-1 0,2-1 0,-1 2 0,0-1 0,-1 0 0,1-1 0,1 0 0,0 0 0,0 0 0,-1 0 0,1 0 0,-1 0 0,3 0 0,-2 0 0,3 0 0,-3 0 0,1 0 0,-1 0 0,0 0 0,0 0 0,-1 0 0,1 0 0,1-1 0,0 0 0,0-2 0,-3 0 0,1 1 0,-3-1 0,4 1 0,-4-1 0,2-1 0,-2 0 0,0 0 0,0 0 0,0 1 0,0-1 0,0 3 0,0 5 0,0 2 0,2 8 0,0-6 0,6 12 0,-1-7 0,7 10 0,-5-8 0,0 1 0,0 3 0,5 6-530,-5-6 1,0 1 529,-1-3 0,-1-1 0,-1-1 0,-1 1-324,7 10 324,-1 5 0,-1-9 0,0 6 0,0-6 0,-3-2 0,0-5 0,-3-2 0,0 0 1041,0-2-1041,1-1 342,-1 0-342,0-1 0,2 9 0,-2-6 0,1 7 0,-1-8 0,-4 1 0,4-3 0,-4 4 0,2-7 0,-2 4 0,0-3 0,0 0 0,0 1 0,0 0 0,0 1 0,0-2 0,-6 4 0,-2-2 0,-3 2 0,-1-3 0,-2 1 0,-2-2 0,0-1 0,-8-1 0,11-2 0,-16-1 0,16-2 0,-11 0 0,10 0 0,-4-2 0,4-2 0,1-3 0,2-4 0,5 3 0,0-4 0,2 3 0,1-1 0,1-1 0,2 0 0,0-2 0,0-2 0,0 1 0,0-4 0,3 2 0,1 0 0,3-3 0,2 3 0,3-5 0,-4 6 0,5-6 0,-6 9 0,5-3 0,-3 1 0,-1 4 0,1-1 0,-1 3 0,-2 0 0,4 4 0,-5 0 0,1 4 0,-5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3:27:02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17572 5725 24575,'0'0'0</inkml:trace>
  <inkml:trace contextRef="#ctx0" brushRef="#br0" timeOffset="1268">17419 5551 24575,'0'9'0,"0"0"0,0 4 0,0 3 0,0-2 0,0 19 0,3-9 0,-2 8 0,9-5 0,-6-12 0,6 5 0,-6-3 0,2-4 0,-3 3 0,4-3 0,-1 0 0,-2-3 0,1-1 0,-4-3 0,1-1 0,1 1 0,-2 0 0,1-5 0,-2-10 0,0 1 0,0-6 0,0 8 0,0 0 0,0 0 0,-3 1 0,3-1 0,-3 0 0,3 0 0,0 2 0,0 2 0</inkml:trace>
  <inkml:trace contextRef="#ctx0" brushRef="#br0" timeOffset="3062">17465 5593 24575,'14'-15'0,"-8"7"0,12-4 0,-12 7 0,-1 5 0,1-3 0,-2 5 0,-2 2 0,1 2 0,6 8 0,1-3 0,3 8 0,-1-6 0,-2-1 0,5 9 0,-4-9 0,0 5 0,-5-11 0,-2 0 0,-2 0 0,-2 0 0,0 0 0,0 0 0,0 0 0,0-1 0,0 1 0,0 3 0,0 1 0,0 6 0,0 1 0,-3 4 0,-1-4 0,-8 9 0,1-11 0,-2 4 0,4-10 0,3-4 0,0 1 0,0-2 0,0-2 0,3-4 0,3 1 0,14-4 0,1 4 0,7-2 0,-2 3 0,-6 0 0,6 0 0,-7 0 0,9 0 0,-11 0 0,7 0 0,-11 0 0,2 0 0,-3 0 0,-1 0 0,1 0 0,0 0 0,0 0 0,0 3 0,0-2 0,2 4 0,-1-2 0,1 0 0,-4 0 0,-2-3 0</inkml:trace>
  <inkml:trace contextRef="#ctx0" brushRef="#br0" timeOffset="4199">17499 5916 24575,'0'9'0,"0"9"0,0-3 0,0 3 0,0-6 0,0-6 0,0 3 0,0-3 0,0 0 0,0 0 0,0 0 0,0 0 0,0 0 0,0-3 0,0-1 0</inkml:trace>
  <inkml:trace contextRef="#ctx0" brushRef="#br0" timeOffset="5904">17816 5752 24575,'0'-5'0,"0"-1"0,0 0 0,0-7 0,0 2 0,3-5 0,0 1 0,3 4 0,0-6 0,-3 10 0,-3-2 0,-6 7 0,0 2 0,-6 0 0,5 0 0,-5 0 0,5 0 0,-5 3 0,6 0 0,-3 0 0,5 3 0,-1-3 0,4 3 0,-4 0 0,4 0 0,-1-1 0,2 1 0,0 0 0,0 0 0,0 0 0,0 0 0,0 0 0,0 0 0,0-1 0,2 1 0,2-2 0,-1 1 0,2-5 0,-2 6 0,1-3 0,1 3 0,-2 0 0,3 0 0,0 0 0,3 0 0,-2 0 0,5 0 0,-6 0 0,3 0 0,0 0 0,-2 0 0,2 0 0,-3 0 0,-1-3 0,-1 2 0,1-4 0,-4 4 0,4-4 0,-2 2 0,0-12 0,3 1 0,-2-11 0,-1 11 0,0-1 0</inkml:trace>
  <inkml:trace contextRef="#ctx0" brushRef="#br0" timeOffset="8297">17945 5483 24575,'-6'0'0,"0"0"0,0 0 0,0 0 0,-3 0 0,5 2 0,-2 1 0,6 3 0,0 0 0,0 0 0,0 0 0,3 0 0,-2 0 0,4 0 0,-5-1 0,3 1 0,0-2 0,-3 1 0,3-2 0,-3 3 0,0 0 0,3-3 0,0 0 0,3-3 0,0 0 0,2 5 0,-1-4 0,1 7 0,-2-7 0,0 1 0,0 1 0,0-2 0,-1 1 0,1-2 0,0 0 0,-2-2 0,-2-2 0,-2-4 0,0 1 0,0-1 0,0 2 0,0-3 0,0 2 0,0-1 0,0 2 0,0 0 0,0 0 0,0 0 0,0 5 0,0 7 0,0 1 0,3 7 0,3-4 0,8 3 0,-1 0 0,12 5 0,-10-4 0,10 4 0,-8-1 0,11 11 0,-8-8 0,3 10 0,-10-13 0,1 4 0,-1-4 0,-2-1 0,-2-3 0,-3 0 0,1 0 0,-1-1 0,0-2 0,1 2 0,-1-2 0,0-1 0,-3 0 0,3 0 0,-5-2 0,1 2 0,-2-3 0,0 0 0,0 0 0,0-1 0,0 1 0,0 0 0,0 0 0,-9 12 0,1-6 0,-11 11 0,2-10 0,-4-2 0,0 2 0,0-6 0,4 3 0,-3-6 0,3-1 0,-10-3 0,9 0 0,-4-6 0,8-5 0,1-6 0,-5-21 0,7 9 0,-3-10 0,10 14 0,-3 5 0,7 2 0,-3 2 0,3 3 0,0 3 0,0 4 0,0 3 0</inkml:trace>
  <inkml:trace contextRef="#ctx0" brushRef="#br0" timeOffset="10111">17954 5291 24575,'0'-9'0,"9"-3"0,-5 1 0,8 2 0,-9 1 0,2 7 0,2-11 0,2 5 0,10-9 0,-8 6 0,3 1 0,-8 3 0,0 6 0,0-3 0,-3 6 0,0-3 0,-3 3 0</inkml:trace>
  <inkml:trace contextRef="#ctx0" brushRef="#br0" timeOffset="11605">18071 5207 24575,'0'9'0,"0"16"0,0-9 0,0 12 0,0-12 0,0 0 0,0-2 0,0-3 0,0-5 0,3 0 0,0 0 0,3 3 0,3 3 0,-2 1 0,2 3 0,-3-7 0,0 0 0,0-3 0,-3 0 0,0 0 0,-3 0 0,2-3 0,-1 2 0,4-1 0,-1 5 0,2 6 0,1 3 0,-4 1 0,3-6 0,-3-1 0,3-2 0,-2 0 0,-1 2 0,-1-6 0,-1 3 0,2-3 0,-3 0 0,0 0 0,2-6 0,10-12 0,-1 0 0,8-9 0,-6 8 0,-4 3 0,3 1 0,-5 3 0,2 0 0,-3 0 0,0 3 0,0-3 0,-3 6 0,-1-3 0</inkml:trace>
  <inkml:trace contextRef="#ctx0" brushRef="#br0" timeOffset="14240">18368 5337 24575,'0'6'0,"0"2"0,0-1 0,0 1 0,0 1 0,0-2 0,0 5 0,5 3 0,-3-4 0,6 0 0,-8-5 0,3-3 0,-3 3 0,0 3 0,0-3 0,3 8 0,-3-6 0,3 3 0,0-5 0,-3-6 0,3 0 0,-3-12 0,0 5 0,0-7 0,0 7 0,0-2 0,0 3 0,0 0 0,0 0 0,0 0 0,0 0 0,0 0 0,0 0 0,0 0 0,0-3 0,0 0 0,0-4 0,0-4 0,0 7 0,0-9 0,2 11 0,-1-8 0,2 10 0,-1-3 0,-1 3 0,4 2 0,-2 2 0,3 2 0,3-3 0,-3 3 0,3-6 0,-3 6 0,-3-6 0,2 6 0,-4 0 0,2 5 0,-3 2 0,0 1 0,0-2 0,0 0 0,0 0 0,2 3 0,2-2 0,2 5 0,0-6 0,0 3 0,0 0 0,-3-3 0,0 3 0,-3-3 0,0 0 0,0-1 0,2-1 0,2 1 0,4 1 0,-4 0 0,4 3 0,-7-3 0,4 0 0,-4 0 0,4-1 0,-5-1 0,3-2 0</inkml:trace>
  <inkml:trace contextRef="#ctx0" brushRef="#br0" timeOffset="15530">18342 5322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6T15:06:20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13962 5234 24575,'0'-41'0,"0"3"0,0 28 0,0-2 0,0 0 0,0 5 0,0-5 0,0-3 0,0 4 0,0-5 0,3 4 0,4-11 0,5-5 0,2-4 0,-3-1 0,3 7 0,-3-3 0,9-10 0,-7 14 0,1-1 0,8-17 0,-5 13 0,0 1 0,-3 3 0,0 1 0,2 0 0,-1 1 0,0-3 0,1 0 0,3-5 0,1 1 0,-4 8 0,0-1 0,6-9 0,2-4 0,-1 7 0,1-2 0,-1 2 0,-1-2 0,1 0 0,1 1 0,2-1 0,-1 1 0,1-3 0,-1 2-691,-2 8 0,1-1 691,0-5 0,2-1 0,3-3 0,0 1 0,-7 8 0,-1 1 0,6-9 0,1-1 0,1 4 0,0 2 0,-8 4 0,1 1 0,4-6 0,2 0 0,3-1 0,0 1 0,-10 7 0,1 1 0,10-6 0,3 0 0,-1-1 0,0 1 0,-5 5 0,1 0 0,5-8 0,3-1 0,-3 5 0,2 0 0,-2 1 0,0-2 0,2 0-216,-1 2 1,4-1-1,-3 2 216,-6 5 0,-2 2 0,0 0-609,6-1 1,0 0 608,1-1 0,0 1 0,0 1 0,-1 2 0,10-7 0,-14 7 0,2 1 188,4 0 1,-2 0-189,3 0 0,-4 3 0,2-1 0,14 0 0,-1-1 0,-19 9 0,2 0 0,-3-1 0,0 0 0,20 3-238,-20-2 0,-1 1 238,11 3 0,-12 0 0,-1 0 0,12 0 601,10 0-601,-6 0 0,-9 0 1253,6 0-1253,3 7 0,-13-2 0,14 5 0,1 5 0,-10-3 0,10 7 0,-5-2 0,-11-5 937,6 5-937,-13-6 554,-1 2-554,-3-2 0,0 1 0,-1-1 0,3 4 0,-1-1 0,-3-1 0,3 5 0,-7-7 0,8 7 0,-1 1 0,-4-8 0,5 7 0,-1 1 0,-6-4 0,6 7 0,-2 0 0,-2-7 0,5 7 0,-9-6 0,2-2 0,-1 5 0,-1-5 0,3 2 0,0 10 0,-2-7 0,5 11 0,-1 8 0,0-5 0,3 11 0,-8-17 0,-1-1 0,8 12 0,-8-13 0,1 0 0,1 1 0,0-1 0,5 9 0,-6-8 0,-1 0 0,5 5 0,-2 3 0,-1-9 0,3 4 0,-6-7 0,5 8 0,-5-12 0,1 4 0,-3-9 0,0-3 0,-2 2 0,1-6 0,-2 9 0,1-5 0,1 3 0,-2 4 0,3-9 0,3 14 0,-5-14 0,4 7 0,-7-10 0,2 4 0,-1-2 0,-1 2 0,4-1 0,-4-1 0,1 1 0,4 4 0,-5-2 0,7 3 0,-4-2 0,-1-1 0,-1-1 0,1 8 0,0-9 0,1 6 0,-2-8 0,1-2 0,-3 1 0,3-5 0,-3 3 0</inkml:trace>
  <inkml:trace contextRef="#ctx0" brushRef="#br0" timeOffset="7909">18098 4352 24575,'0'-23'0,"-3"11"0,10-22 0,-5 18 0,9-13 0,8-2 0,-2-9 0,-1 15 0,1 0 0,4-13 0,-4 9 0,0 2 0,4-1 0,-7 7 0,1-2 0,1 0 0,-2 2 0,7-5 0,-7 5 0,1-1 0,9-10 0,2-1 0,-2 1 0,3-3 0,1-7 0,2 2 0,-14 18 0,-1-1 0,3-2 0,-1 0 0,9-11 0,-11 14 0,0 0 0,2-3 0,-1 2 0,5-4 0,-2 3 0,0-1 0,15-12 0,-5 7 0,4-6 0,-1 4 0,-4 3 0,5 2 0,-4 2 0,1 0 0,4 2 0,-4 0 0,1-3 0,-3 6 0,-2 1 0,11-12 0,-8 10 0,0-2 0,-5 3 0,-1 1 0,17-12 0,-18 14 0,1 0 0,2-1 0,0 1 0,10-5 0,-14 7 0,2 0 0,3 3 0,-1 2 0,15-7 0,-13 7 0,0 1 0,2-1 0,-1 1 0,10-4 0,-12 6 0,1-1 0,6-2 0,0 2 0,8-2 0,-10 3 0,-1 0 0,13-4 0,-10 6 0,14-5 0,-3 3 0,-3 1 0,8-4 0,-16 9 0,1 1 0,12-3 0,-15 3 0,1 0 0,-1 0 0,-1 0 0,21 0 0,-19 0 0,1 0 0,-3 1 0,-1 1 0,12 3 0,4 2 0,-14 2 0,-1 1 0,6 4 0,-10-4 0,0 2 0,12 7 0,4 4 0,0-2 0,2 5 0,-4 0 0,-6-1 0,-11-8 0,0 0 0,-1 1 0,-1-1 0,14 17 0,-16-15 0,0 0 0,0 5 0,-1-2 0,5 8 0,-5-8 0,1 1 0,1 4 0,-1 0 0,-2-3 0,0 0-607,5 8 0,1 1 607,-5-4 0,-1-1 0,-1-1 0,0 1 0,2 4 0,1 2-883,0 1 0,0 0 883,0 0 0,0 1 0,-4-4 0,0 2 0,0-1 0,1 0 0,0-1 0,0 0 0,1 9 0,0 0 0,5 8 0,-1-6-349,-7-6 349,-2-10 0,-1-2 0,2-1 0,-6-10 1080,2-3-1080,-3-2 1840,0-5-1840,-3 4 409,5-5-409,-4 3 0,4 0 0,-2-3 0,0 2 0,0-4 0,0 4 0,0-2 0,-1 1 0,-1 1 0,1-2 0,-2 3 0,0 0 0,0 0 0,-3 0 0,0-3 0,0 0 0</inkml:trace>
  <inkml:trace contextRef="#ctx0" brushRef="#br0" timeOffset="181359">16720 6905 24575,'0'51'0,"0"-1"0,0-4 0,0-8 0,0-20 0,0-4 0,0 5 0,0-7 0,0 7 0,0-8 0,0 7 0,0-9 0,0 1 0,0 2 0,0-5 0,0 2 0,0-3 0,0-1 0,0 1 0,0 0 0,0 0 0,0 0 0,-3-3 0,0 0 0,-1-12 0,2 7 0,2-6 0</inkml:trace>
  <inkml:trace contextRef="#ctx0" brushRef="#br0" timeOffset="183704">16734 5577 24575,'0'6'0,"0"0"0,0 0 0,0 0 0,0-1 0,0 1 0,0 0 0,0 0 0,3-3 0,-2 3 0,4-3 0,-2 3 0,3-3 0,0 0 0,0-3 0,0 0 0,-1 0 0,1 0 0,0 0 0,0 0 0,0 0 0,0 0 0,0 0 0,0 0 0,-1 0 0,1 0 0,0 0 0,0-3 0,-3 0 0,3-3 0,-6-3 0,5 3 0,-4-3 0,4 0 0,-1 3 0,-1-3 0,2-3 0,-1 5 0,-1-5 0,2-2 0,-4 6 0,2-12 0,-1 13 0,-1-5 0,2 3 0,-3 3 0,0-3 0,0 3 0,-3 3 0,0 0 0,-3 3 0,-6 0 0,5 0 0,-9 0 0,8 0 0,-8 8 0,9-3 0,-5 3 0,1 0 0,3-6 0,-3 3 0,2-5 0,2 0 0,1 3 0,4 0 0,2 3 0,0 0 0,0 0 0,0 0 0,0-1 0,-3-1 0,2 1 0,-1-2 0,2 3 0,0 0 0,0 0 0,-3-3 0,2 2 0,-1-4 0,2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565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65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2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9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4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12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08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99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70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60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77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21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76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30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6834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867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508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955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F51F-A535-4BB3-9A7D-F6E9C3D0AB7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4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4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04887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66800"/>
            <a:ext cx="9144000" cy="3733800"/>
          </a:xfrm>
        </p:spPr>
        <p:txBody>
          <a:bodyPr/>
          <a:lstStyle/>
          <a:p>
            <a:pPr lvl="1" eaLnBrk="1" hangingPunct="1"/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/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Sequential Circuits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5626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“Hardware Systems Modeling”, A. </a:t>
            </a:r>
            <a:r>
              <a:rPr lang="en-US" sz="1400" dirty="0" err="1"/>
              <a:t>Vachoux</a:t>
            </a:r>
            <a:r>
              <a:rPr lang="en-US" sz="1400" dirty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 from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05689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6" name="Picture 10" descr="t_19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47800"/>
            <a:ext cx="242252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 descr="t_19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25" y="3203575"/>
            <a:ext cx="2035175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t_19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05200"/>
            <a:ext cx="229711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3" descr="t_19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088" y="5116513"/>
            <a:ext cx="2982912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352800" y="1447800"/>
            <a:ext cx="4876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altLang="en-US" sz="2000" dirty="0">
                <a:cs typeface="B Mitra" panose="00000400000000000000" pitchFamily="2" charset="-78"/>
              </a:rPr>
              <a:t>در </a:t>
            </a:r>
            <a:r>
              <a:rPr lang="en-US" altLang="en-US" sz="2000" dirty="0">
                <a:cs typeface="B Mitra" panose="00000400000000000000" pitchFamily="2" charset="-78"/>
              </a:rPr>
              <a:t>RTL</a:t>
            </a:r>
            <a:r>
              <a:rPr lang="ar-SA" altLang="en-US" sz="2000" dirty="0">
                <a:cs typeface="B Mitra" panose="00000400000000000000" pitchFamily="2" charset="-78"/>
              </a:rPr>
              <a:t> مدار ترتيبي به دو بخش (تركيبي و عناصر حافظه) تقسيم مي شود.</a:t>
            </a:r>
          </a:p>
          <a:p>
            <a:pPr algn="r" rtl="1" eaLnBrk="1" hangingPunct="1">
              <a:buFontTx/>
              <a:buChar char="•"/>
            </a:pPr>
            <a:r>
              <a:rPr lang="ar-SA" altLang="en-US" sz="2000" dirty="0">
                <a:cs typeface="B Mitra" panose="00000400000000000000" pitchFamily="2" charset="-78"/>
              </a:rPr>
              <a:t> مي توان براي هر بخش يك پروسس نوشت يا براي هر دو فقط يك پروسس نوشت.</a:t>
            </a:r>
            <a:endParaRPr lang="en-US" altLang="en-US" sz="20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849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Describing Sequential/Synchronous Behavior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247775"/>
            <a:ext cx="27241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3019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93460"/>
            <a:ext cx="259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206104"/>
            <a:ext cx="3915247" cy="1758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397" y="3964387"/>
            <a:ext cx="36766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55" y="1652516"/>
            <a:ext cx="26193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976"/>
            <a:ext cx="381952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996517"/>
            <a:ext cx="424815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84" y="5600700"/>
            <a:ext cx="68199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98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Flip-Flop vs. Latch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77724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451" y="2057400"/>
            <a:ext cx="40576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57400"/>
            <a:ext cx="4124325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98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Description of Rising Clock Edge </a:t>
            </a:r>
            <a:br>
              <a:rPr lang="en-US" altLang="en-US" sz="3600" dirty="0"/>
            </a:br>
            <a:r>
              <a:rPr lang="en-US" altLang="en-US" sz="3600" dirty="0"/>
              <a:t>for Synthesis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0500" y="1619250"/>
            <a:ext cx="495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/>
              <a:t>Standard for synthesis: IEEE 1076.6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667000" y="1219200"/>
            <a:ext cx="6019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lvl="1" algn="r" rtl="1" eaLnBrk="1" hangingPunct="1">
              <a:spcBef>
                <a:spcPct val="0"/>
              </a:spcBef>
            </a:pPr>
            <a:r>
              <a:rPr lang="ar-SA" altLang="en-US" sz="2000" dirty="0">
                <a:cs typeface="B Mitra" panose="00000400000000000000" pitchFamily="2" charset="-78"/>
                <a:sym typeface="Wingdings" pitchFamily="2" charset="2"/>
              </a:rPr>
              <a:t>براي عناصرحافظه: </a:t>
            </a:r>
            <a:r>
              <a:rPr lang="en-US" altLang="en-US" sz="2000" dirty="0">
                <a:cs typeface="B Mitra" panose="00000400000000000000" pitchFamily="2" charset="-78"/>
                <a:sym typeface="Wingdings" pitchFamily="2" charset="2"/>
              </a:rPr>
              <a:t>if</a:t>
            </a:r>
            <a:r>
              <a:rPr lang="ar-SA" altLang="en-US" sz="2000" dirty="0">
                <a:cs typeface="B Mitra" panose="00000400000000000000" pitchFamily="2" charset="-78"/>
                <a:sym typeface="Wingdings" pitchFamily="2" charset="2"/>
              </a:rPr>
              <a:t> يا </a:t>
            </a:r>
            <a:r>
              <a:rPr lang="en-US" altLang="en-US" sz="2000" dirty="0">
                <a:cs typeface="B Mitra" panose="00000400000000000000" pitchFamily="2" charset="-78"/>
                <a:sym typeface="Wingdings" pitchFamily="2" charset="2"/>
              </a:rPr>
              <a:t>wait until</a:t>
            </a:r>
            <a:r>
              <a:rPr lang="ar-SA" altLang="en-US" sz="2000" dirty="0">
                <a:cs typeface="B Mitra" panose="00000400000000000000" pitchFamily="2" charset="-78"/>
                <a:sym typeface="Wingdings" pitchFamily="2" charset="2"/>
              </a:rPr>
              <a:t> به صورت خاص</a:t>
            </a:r>
            <a:endParaRPr lang="en-US" altLang="en-US" sz="2000" dirty="0">
              <a:cs typeface="B Mitra" panose="00000400000000000000" pitchFamily="2" charset="-78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8600" y="1981200"/>
            <a:ext cx="7467600" cy="1754326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l" rtl="0">
              <a:spcBef>
                <a:spcPct val="0"/>
              </a:spcBef>
              <a:buFontTx/>
              <a:buChar char="•"/>
              <a:defRPr/>
            </a:pPr>
            <a:r>
              <a:rPr lang="en-US" sz="1800" i="1" dirty="0">
                <a:solidFill>
                  <a:srgbClr val="FF0000"/>
                </a:solidFill>
                <a:latin typeface="Helvetica"/>
              </a:rPr>
              <a:t>... if condition</a:t>
            </a:r>
            <a:r>
              <a:rPr lang="en-US" sz="1800" dirty="0">
                <a:solidFill>
                  <a:schemeClr val="accent2"/>
                </a:solidFill>
                <a:latin typeface="Helvetica"/>
              </a:rPr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chemeClr val="accent2"/>
                </a:solidFill>
                <a:latin typeface="Helvetica"/>
              </a:rPr>
              <a:t>RISING_EDGE (</a:t>
            </a:r>
            <a:r>
              <a:rPr lang="en-US" sz="1800" i="1" dirty="0">
                <a:solidFill>
                  <a:schemeClr val="accent2"/>
                </a:solidFill>
                <a:latin typeface="Helvetica"/>
              </a:rPr>
              <a:t>CLK</a:t>
            </a:r>
            <a:r>
              <a:rPr lang="en-US" sz="1800" dirty="0">
                <a:solidFill>
                  <a:schemeClr val="accent2"/>
                </a:solidFill>
                <a:latin typeface="Helvetica"/>
              </a:rPr>
              <a:t>)  </a:t>
            </a:r>
            <a:r>
              <a:rPr lang="en-US" sz="1400" dirty="0">
                <a:solidFill>
                  <a:schemeClr val="accent2"/>
                </a:solidFill>
                <a:latin typeface="Helvetica"/>
              </a:rPr>
              <a:t>(not always supported) 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1800" i="1" dirty="0" err="1">
                <a:solidFill>
                  <a:schemeClr val="accent2"/>
                </a:solidFill>
                <a:latin typeface="Helvetica"/>
              </a:rPr>
              <a:t>CLK</a:t>
            </a:r>
            <a:r>
              <a:rPr lang="en-US" sz="1800" dirty="0" err="1">
                <a:solidFill>
                  <a:schemeClr val="accent2"/>
                </a:solidFill>
                <a:latin typeface="Helvetica"/>
              </a:rPr>
              <a:t>‘event</a:t>
            </a:r>
            <a:r>
              <a:rPr lang="en-US" sz="1800" dirty="0">
                <a:solidFill>
                  <a:schemeClr val="accent2"/>
                </a:solidFill>
                <a:latin typeface="Helvetica"/>
              </a:rPr>
              <a:t> </a:t>
            </a:r>
            <a:r>
              <a:rPr lang="en-US" sz="1800" i="1" dirty="0">
                <a:solidFill>
                  <a:schemeClr val="accent2"/>
                </a:solidFill>
                <a:latin typeface="Helvetica"/>
              </a:rPr>
              <a:t>and</a:t>
            </a:r>
            <a:r>
              <a:rPr lang="en-US" sz="1800" dirty="0">
                <a:solidFill>
                  <a:schemeClr val="accent2"/>
                </a:solidFill>
                <a:latin typeface="Helvetica"/>
              </a:rPr>
              <a:t> CLK='1‘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18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CLK</a:t>
            </a: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='1' </a:t>
            </a:r>
            <a:r>
              <a:rPr lang="en-US" sz="18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and </a:t>
            </a:r>
            <a:r>
              <a:rPr lang="en-US" sz="1800" i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CLK</a:t>
            </a:r>
            <a:r>
              <a:rPr lang="en-US" sz="1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‘event</a:t>
            </a:r>
            <a:endParaRPr lang="en-US" sz="1800" dirty="0">
              <a:solidFill>
                <a:schemeClr val="accent2">
                  <a:lumMod val="40000"/>
                  <a:lumOff val="60000"/>
                </a:schemeClr>
              </a:solidFill>
              <a:latin typeface="Helvetica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1800" i="1" dirty="0">
                <a:solidFill>
                  <a:schemeClr val="accent2"/>
                </a:solidFill>
                <a:latin typeface="Helvetica"/>
              </a:rPr>
              <a:t>not </a:t>
            </a:r>
            <a:r>
              <a:rPr lang="en-US" sz="1800" i="1" dirty="0" err="1">
                <a:solidFill>
                  <a:schemeClr val="accent2"/>
                </a:solidFill>
                <a:latin typeface="Helvetica"/>
              </a:rPr>
              <a:t>CLK</a:t>
            </a:r>
            <a:r>
              <a:rPr lang="en-US" sz="1800" dirty="0" err="1">
                <a:solidFill>
                  <a:schemeClr val="accent2"/>
                </a:solidFill>
                <a:latin typeface="Helvetica"/>
              </a:rPr>
              <a:t>‘stable</a:t>
            </a:r>
            <a:r>
              <a:rPr lang="en-US" sz="1800" dirty="0">
                <a:solidFill>
                  <a:schemeClr val="accent2"/>
                </a:solidFill>
                <a:latin typeface="Helvetica"/>
              </a:rPr>
              <a:t> </a:t>
            </a:r>
            <a:r>
              <a:rPr lang="en-US" sz="1800" i="1" dirty="0">
                <a:solidFill>
                  <a:schemeClr val="accent2"/>
                </a:solidFill>
                <a:latin typeface="Helvetica"/>
              </a:rPr>
              <a:t>and CLK</a:t>
            </a:r>
            <a:r>
              <a:rPr lang="en-US" sz="1800" dirty="0">
                <a:solidFill>
                  <a:schemeClr val="accent2"/>
                </a:solidFill>
                <a:latin typeface="Helvetica"/>
              </a:rPr>
              <a:t>='1‘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18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CLK</a:t>
            </a: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='1' </a:t>
            </a:r>
            <a:r>
              <a:rPr lang="en-US" sz="18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and </a:t>
            </a: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NOT </a:t>
            </a:r>
            <a:r>
              <a:rPr lang="en-US" sz="1800" i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CLK</a:t>
            </a:r>
            <a:r>
              <a:rPr lang="en-US" sz="1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‘stable</a:t>
            </a:r>
            <a:endParaRPr lang="en-US" sz="1800" dirty="0">
              <a:solidFill>
                <a:schemeClr val="accent2">
                  <a:lumMod val="40000"/>
                  <a:lumOff val="60000"/>
                </a:schemeClr>
              </a:solidFill>
              <a:latin typeface="Helvetica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28600" y="3810000"/>
            <a:ext cx="7467600" cy="2031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l" rtl="0">
              <a:spcBef>
                <a:spcPct val="0"/>
              </a:spcBef>
              <a:buFontTx/>
              <a:buChar char="•"/>
              <a:defRPr/>
            </a:pPr>
            <a:r>
              <a:rPr lang="en-US" sz="1800" i="1" dirty="0">
                <a:solidFill>
                  <a:srgbClr val="FF0000"/>
                </a:solidFill>
                <a:latin typeface="Helvetica"/>
              </a:rPr>
              <a:t>... wait until condition</a:t>
            </a:r>
            <a:r>
              <a:rPr lang="en-US" sz="1800" dirty="0">
                <a:solidFill>
                  <a:srgbClr val="FF0000"/>
                </a:solidFill>
                <a:latin typeface="Helvetica"/>
              </a:rPr>
              <a:t> </a:t>
            </a:r>
          </a:p>
          <a:p>
            <a:pPr marL="914400" lvl="1" indent="-457200">
              <a:buFontTx/>
              <a:buChar char="•"/>
              <a:defRPr/>
            </a:pPr>
            <a:r>
              <a:rPr lang="en-US" sz="1800" dirty="0">
                <a:solidFill>
                  <a:srgbClr val="0000CC"/>
                </a:solidFill>
                <a:latin typeface="Helvetica"/>
              </a:rPr>
              <a:t>RISING_EDGE (CLK)</a:t>
            </a:r>
          </a:p>
          <a:p>
            <a:pPr marL="914400" lvl="1" indent="-457200">
              <a:buFontTx/>
              <a:buChar char="•"/>
              <a:defRPr/>
            </a:pPr>
            <a:r>
              <a:rPr lang="en-US" sz="1800" i="1" dirty="0" err="1">
                <a:solidFill>
                  <a:srgbClr val="0000CC"/>
                </a:solidFill>
                <a:latin typeface="Helvetica"/>
              </a:rPr>
              <a:t>CLK</a:t>
            </a:r>
            <a:r>
              <a:rPr lang="en-US" sz="1800" dirty="0" err="1">
                <a:solidFill>
                  <a:srgbClr val="0000CC"/>
                </a:solidFill>
                <a:latin typeface="Helvetica"/>
              </a:rPr>
              <a:t>‘event</a:t>
            </a:r>
            <a:r>
              <a:rPr lang="en-US" sz="180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sz="1800" i="1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sz="1800" dirty="0">
                <a:solidFill>
                  <a:srgbClr val="0000CC"/>
                </a:solidFill>
                <a:latin typeface="Helvetica"/>
              </a:rPr>
              <a:t> C</a:t>
            </a:r>
            <a:r>
              <a:rPr lang="en-US" sz="1800" i="1" dirty="0">
                <a:solidFill>
                  <a:srgbClr val="0000CC"/>
                </a:solidFill>
                <a:latin typeface="Helvetica"/>
              </a:rPr>
              <a:t>LK</a:t>
            </a:r>
            <a:r>
              <a:rPr lang="en-US" sz="1800" dirty="0">
                <a:solidFill>
                  <a:srgbClr val="0000CC"/>
                </a:solidFill>
                <a:latin typeface="Helvetica"/>
              </a:rPr>
              <a:t>='1‘</a:t>
            </a:r>
          </a:p>
          <a:p>
            <a:pPr marL="914400" lvl="1" indent="-457200">
              <a:buFontTx/>
              <a:buChar char="•"/>
              <a:defRPr/>
            </a:pPr>
            <a:r>
              <a:rPr lang="en-US" sz="18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CLK</a:t>
            </a: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='1' </a:t>
            </a:r>
            <a:r>
              <a:rPr lang="en-US" sz="18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and </a:t>
            </a:r>
            <a:r>
              <a:rPr lang="en-US" sz="1800" i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CLK</a:t>
            </a:r>
            <a:r>
              <a:rPr lang="en-US" sz="1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‘event</a:t>
            </a:r>
            <a:endParaRPr lang="en-US" sz="1800" dirty="0">
              <a:solidFill>
                <a:schemeClr val="accent2">
                  <a:lumMod val="40000"/>
                  <a:lumOff val="60000"/>
                </a:schemeClr>
              </a:solidFill>
              <a:latin typeface="Helvetica"/>
            </a:endParaRPr>
          </a:p>
          <a:p>
            <a:pPr marL="914400" lvl="1" indent="-457200">
              <a:buFontTx/>
              <a:buChar char="•"/>
              <a:defRPr/>
            </a:pPr>
            <a:r>
              <a:rPr lang="en-US" sz="1800" dirty="0">
                <a:solidFill>
                  <a:srgbClr val="0000CC"/>
                </a:solidFill>
                <a:latin typeface="Helvetica"/>
              </a:rPr>
              <a:t>not </a:t>
            </a:r>
            <a:r>
              <a:rPr lang="en-US" sz="1800" i="1" dirty="0" err="1">
                <a:solidFill>
                  <a:srgbClr val="0000CC"/>
                </a:solidFill>
                <a:latin typeface="Helvetica"/>
              </a:rPr>
              <a:t>CLK</a:t>
            </a:r>
            <a:r>
              <a:rPr lang="en-US" sz="1800" dirty="0" err="1">
                <a:solidFill>
                  <a:srgbClr val="0000CC"/>
                </a:solidFill>
                <a:latin typeface="Helvetica"/>
              </a:rPr>
              <a:t>‘stable</a:t>
            </a:r>
            <a:r>
              <a:rPr lang="en-US" sz="180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sz="1800" i="1" dirty="0">
                <a:solidFill>
                  <a:srgbClr val="0000CC"/>
                </a:solidFill>
                <a:latin typeface="Helvetica"/>
              </a:rPr>
              <a:t>and CLK</a:t>
            </a:r>
            <a:r>
              <a:rPr lang="en-US" sz="1800" dirty="0">
                <a:solidFill>
                  <a:srgbClr val="0000CC"/>
                </a:solidFill>
                <a:latin typeface="Helvetica"/>
              </a:rPr>
              <a:t>='1‘</a:t>
            </a:r>
          </a:p>
          <a:p>
            <a:pPr marL="914400" lvl="1" indent="-457200">
              <a:buFontTx/>
              <a:buChar char="•"/>
              <a:defRPr/>
            </a:pPr>
            <a:r>
              <a:rPr lang="en-US" sz="18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CLK</a:t>
            </a: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='1' </a:t>
            </a:r>
            <a:r>
              <a:rPr lang="en-US" sz="18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and </a:t>
            </a: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not </a:t>
            </a:r>
            <a:r>
              <a:rPr lang="en-US" sz="1800" i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CLK</a:t>
            </a:r>
            <a:r>
              <a:rPr lang="en-US" sz="1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Helvetica"/>
              </a:rPr>
              <a:t>‘stable</a:t>
            </a:r>
            <a:endParaRPr lang="en-US" sz="1800" dirty="0">
              <a:solidFill>
                <a:schemeClr val="accent2">
                  <a:lumMod val="40000"/>
                  <a:lumOff val="60000"/>
                </a:schemeClr>
              </a:solidFill>
              <a:latin typeface="Helvetica"/>
            </a:endParaRPr>
          </a:p>
          <a:p>
            <a:pPr marL="914400" lvl="1" indent="-457200">
              <a:buFontTx/>
              <a:buChar char="•"/>
              <a:defRPr/>
            </a:pPr>
            <a:r>
              <a:rPr lang="en-US" sz="1800" i="1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sz="1800" dirty="0">
                <a:solidFill>
                  <a:srgbClr val="0000CC"/>
                </a:solidFill>
                <a:latin typeface="Helvetica"/>
              </a:rPr>
              <a:t>='1'</a:t>
            </a:r>
          </a:p>
        </p:txBody>
      </p:sp>
    </p:spTree>
    <p:extLst>
      <p:ext uri="{BB962C8B-B14F-4D97-AF65-F5344CB8AC3E}">
        <p14:creationId xmlns:p14="http://schemas.microsoft.com/office/powerpoint/2010/main" val="19798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Rising_edge</a:t>
            </a:r>
            <a:r>
              <a:rPr lang="en-US" dirty="0"/>
              <a:t> (</a:t>
            </a:r>
            <a:r>
              <a:rPr lang="en-US" dirty="0" err="1"/>
              <a:t>falling_edge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962400" y="1905000"/>
            <a:ext cx="381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/>
              <a:t>In Std_Logic_1164 package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09600" y="2362200"/>
            <a:ext cx="3200400" cy="13493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process</a:t>
            </a:r>
            <a:br>
              <a:rPr lang="en-US" altLang="en-US" sz="16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6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</a:t>
            </a: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wait</a:t>
            </a:r>
            <a:r>
              <a:rPr lang="en-US" altLang="en-US" sz="1600" b="0" dirty="0">
                <a:solidFill>
                  <a:srgbClr val="0000CC"/>
                </a:solidFill>
              </a:rPr>
              <a:t> </a:t>
            </a: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until</a:t>
            </a:r>
            <a:r>
              <a:rPr lang="en-US" altLang="en-US" sz="1600" b="0" dirty="0">
                <a:solidFill>
                  <a:srgbClr val="0000CC"/>
                </a:solidFill>
              </a:rPr>
              <a:t> </a:t>
            </a: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RISING_EDGE(CLK);</a:t>
            </a:r>
            <a:br>
              <a:rPr lang="en-US" altLang="en-US" sz="16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 dirty="0">
                <a:solidFill>
                  <a:srgbClr val="0000CC"/>
                </a:solidFill>
              </a:rPr>
              <a:t>   </a:t>
            </a: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600" b="0" dirty="0">
                <a:solidFill>
                  <a:srgbClr val="0000CC"/>
                </a:solidFill>
              </a:rPr>
              <a:t> </a:t>
            </a: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&lt;=</a:t>
            </a:r>
            <a:r>
              <a:rPr lang="en-US" altLang="en-US" sz="1600" b="0" dirty="0">
                <a:solidFill>
                  <a:srgbClr val="0000CC"/>
                </a:solidFill>
              </a:rPr>
              <a:t> </a:t>
            </a: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D;</a:t>
            </a:r>
            <a:br>
              <a:rPr lang="en-US" altLang="en-US" sz="16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600" b="0" dirty="0">
                <a:solidFill>
                  <a:srgbClr val="0000CC"/>
                </a:solidFill>
              </a:rPr>
              <a:t> </a:t>
            </a:r>
            <a:r>
              <a:rPr lang="en-US" altLang="en-US" sz="1600" b="0" dirty="0">
                <a:solidFill>
                  <a:srgbClr val="0000CC"/>
                </a:solidFill>
                <a:latin typeface="Helvetica"/>
              </a:rPr>
              <a:t>process;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886200" y="2362200"/>
            <a:ext cx="4419600" cy="225425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function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RISING_EDGE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(signal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std_ulogic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return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boolean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</a:t>
            </a: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CLK`event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=`1`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         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CLK`last_value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=`0`)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then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return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true;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else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return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false;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RISING_EDGE;</a:t>
            </a:r>
          </a:p>
        </p:txBody>
      </p:sp>
    </p:spTree>
    <p:extLst>
      <p:ext uri="{BB962C8B-B14F-4D97-AF65-F5344CB8AC3E}">
        <p14:creationId xmlns:p14="http://schemas.microsoft.com/office/powerpoint/2010/main" val="19798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From Combinational to Sequential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7" y="1447800"/>
            <a:ext cx="4010025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4095750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98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From Combinational to Sequential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1524000"/>
            <a:ext cx="4010025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09800"/>
            <a:ext cx="28670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525" y="3657600"/>
            <a:ext cx="50196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009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From Combinational to Sequential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1" y="1371600"/>
            <a:ext cx="4095750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388660"/>
            <a:ext cx="31432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389610"/>
            <a:ext cx="6858000" cy="2496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451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From Combinational to Sequential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371600"/>
            <a:ext cx="8724900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5427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Latches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1219200"/>
            <a:ext cx="389572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2914650"/>
            <a:ext cx="38195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714625"/>
            <a:ext cx="3743325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825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Register Inference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3400" y="1219200"/>
            <a:ext cx="3657600" cy="50196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Library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IEEE;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IEEE.Std_Logic_1164.all;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entity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COUNTER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port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(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>
                <a:solidFill>
                  <a:srgbClr val="0000CC"/>
                </a:solidFill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std_ulogic;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 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400" b="0">
                <a:solidFill>
                  <a:srgbClr val="0000CC"/>
                </a:solidFill>
              </a:rPr>
              <a:t>  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out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integer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 range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0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to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15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 );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COUNTER;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A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COUNTER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 i="1">
                <a:solidFill>
                  <a:srgbClr val="0000CC"/>
                </a:solidFill>
                <a:latin typeface="Helvetica"/>
              </a:rPr>
              <a:t> signal</a:t>
            </a:r>
            <a:r>
              <a:rPr lang="en-US" altLang="en-US" sz="1400" b="0" i="1">
                <a:solidFill>
                  <a:srgbClr val="0000CC"/>
                </a:solidFill>
              </a:rPr>
              <a:t> </a:t>
            </a:r>
            <a:r>
              <a:rPr lang="en-US" altLang="en-US" sz="1400" b="0" i="1">
                <a:solidFill>
                  <a:srgbClr val="0000CC"/>
                </a:solidFill>
                <a:latin typeface="Helvetica"/>
              </a:rPr>
              <a:t>COUNT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integer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 range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0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to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15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 ;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(CLK)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if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CLK`event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`1`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then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  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if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(COUNT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&gt;=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9)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then</a:t>
            </a:r>
            <a:br>
              <a:rPr lang="en-US" altLang="en-US" sz="1400" b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>
                <a:solidFill>
                  <a:srgbClr val="FF0000"/>
                </a:solidFill>
              </a:rPr>
              <a:t>           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COUNT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&lt;=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0;</a:t>
            </a:r>
            <a:br>
              <a:rPr lang="en-US" altLang="en-US" sz="1400" b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>
                <a:solidFill>
                  <a:srgbClr val="FF0000"/>
                </a:solidFill>
              </a:rPr>
              <a:t>        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else</a:t>
            </a:r>
            <a:br>
              <a:rPr lang="en-US" altLang="en-US" sz="1400" b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>
                <a:solidFill>
                  <a:srgbClr val="FF0000"/>
                </a:solidFill>
              </a:rPr>
              <a:t>           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COUNT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&lt;=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COUNT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+1;</a:t>
            </a:r>
            <a:br>
              <a:rPr lang="en-US" altLang="en-US" sz="1400" b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>
                <a:solidFill>
                  <a:srgbClr val="FF0000"/>
                </a:solidFill>
              </a:rPr>
              <a:t>        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end</a:t>
            </a:r>
            <a:r>
              <a:rPr lang="en-US" altLang="en-US" sz="1400" b="0">
                <a:solidFill>
                  <a:srgbClr val="FF0000"/>
                </a:solidFill>
              </a:rPr>
              <a:t> </a:t>
            </a:r>
            <a:r>
              <a:rPr lang="en-US" altLang="en-US" sz="1400" b="0">
                <a:solidFill>
                  <a:srgbClr val="FF0000"/>
                </a:solidFill>
                <a:latin typeface="Helvetica"/>
              </a:rPr>
              <a:t>if;</a:t>
            </a:r>
            <a:br>
              <a:rPr lang="en-US" altLang="en-US" sz="1400" b="0">
                <a:solidFill>
                  <a:srgbClr val="FF0000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 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process;</a:t>
            </a:r>
            <a:br>
              <a:rPr lang="en-US" altLang="en-US" sz="14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</a:rPr>
              <a:t>  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 Q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&lt;=</a:t>
            </a:r>
            <a:r>
              <a:rPr lang="en-US" altLang="en-US" sz="1400">
                <a:solidFill>
                  <a:srgbClr val="0000CC"/>
                </a:solidFill>
              </a:rPr>
              <a:t> </a:t>
            </a:r>
            <a:r>
              <a:rPr lang="en-US" altLang="en-US" sz="1400">
                <a:solidFill>
                  <a:srgbClr val="0000CC"/>
                </a:solidFill>
                <a:latin typeface="Helvetica"/>
              </a:rPr>
              <a:t>COUNT;</a:t>
            </a:r>
            <a:br>
              <a:rPr lang="en-US" altLang="en-US" sz="140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>
                <a:solidFill>
                  <a:srgbClr val="0000CC"/>
                </a:solidFill>
              </a:rPr>
              <a:t> </a:t>
            </a:r>
            <a:r>
              <a:rPr lang="en-US" altLang="en-US" sz="1400" b="0">
                <a:solidFill>
                  <a:srgbClr val="0000CC"/>
                </a:solidFill>
                <a:latin typeface="Helvetica"/>
              </a:rPr>
              <a:t>A;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67200" y="1219200"/>
            <a:ext cx="411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buFont typeface="Arial" pitchFamily="34" charset="0"/>
              <a:buChar char="•"/>
            </a:pPr>
            <a:r>
              <a:rPr lang="en-US" altLang="en-US" sz="2400" dirty="0"/>
              <a:t>One-digit BCD counter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267200" y="1660525"/>
            <a:ext cx="396240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9144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3716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dirty="0"/>
              <a:t>For all signals which receive an assignment in clocked processes, memory is synthesized.</a:t>
            </a:r>
            <a:endParaRPr lang="ar-SA" altLang="en-US" sz="2000" dirty="0"/>
          </a:p>
          <a:p>
            <a:pPr lvl="1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b="0" dirty="0"/>
              <a:t>COUNT: 4 FF</a:t>
            </a:r>
          </a:p>
          <a:p>
            <a:pPr lvl="2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b="0" dirty="0"/>
              <a:t>(constrained integer)</a:t>
            </a:r>
          </a:p>
          <a:p>
            <a:pPr lvl="2"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 b="0" dirty="0"/>
              <a:t>Q not used in clocked process.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267200" y="4278312"/>
            <a:ext cx="434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eaLnBrk="1" hangingPunct="1"/>
            <a:r>
              <a:rPr lang="en-US" altLang="en-US" sz="1800" dirty="0"/>
              <a:t>Problem: doesn’t have power-on reset</a:t>
            </a:r>
          </a:p>
        </p:txBody>
      </p:sp>
      <p:pic>
        <p:nvPicPr>
          <p:cNvPr id="10" name="Picture 7" descr="t_1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275" y="4572000"/>
            <a:ext cx="3692525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042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/>
              <a:t>Reset for Edge-Sensitive Behavior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62" y="1219200"/>
            <a:ext cx="4298856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95400"/>
            <a:ext cx="4165506" cy="227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62" y="3581400"/>
            <a:ext cx="34861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3581400"/>
            <a:ext cx="34766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95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Asynchronous Set/Reset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09600" y="1216025"/>
            <a:ext cx="3962400" cy="526097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Library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IEEE;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IEEE.Std_Logic_1164.all;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entity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ASYNC_FF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port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(</a:t>
            </a:r>
            <a:r>
              <a:rPr lang="en-US" altLang="en-US" sz="1600" b="0">
                <a:solidFill>
                  <a:srgbClr val="0000CC"/>
                </a:solidFill>
              </a:rPr>
              <a:t>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D,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CLK,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SET,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RST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std_ulogic;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600" b="0">
                <a:solidFill>
                  <a:srgbClr val="0000CC"/>
                </a:solidFill>
              </a:rPr>
              <a:t>                  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out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std_ulogic);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ASYNC_FF;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A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ASYNC_FF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600" b="0">
                <a:solidFill>
                  <a:srgbClr val="0000CC"/>
                </a:solidFill>
              </a:rPr>
              <a:t>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(CLK,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RST,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SET)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if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(RST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`1`)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then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&lt;=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`0`;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elsif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SET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='1'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then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&lt;=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'1';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elsif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(CLK`event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`1`)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then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&lt;=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D;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</a:rPr>
              <a:t>   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process;</a:t>
            </a:r>
            <a:br>
              <a:rPr lang="en-US" altLang="en-US" sz="1600" b="0">
                <a:solidFill>
                  <a:srgbClr val="0000CC"/>
                </a:solidFill>
                <a:latin typeface="Helvetica"/>
              </a:rPr>
            </a:b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600" b="0">
                <a:solidFill>
                  <a:srgbClr val="0000CC"/>
                </a:solidFill>
              </a:rPr>
              <a:t> </a:t>
            </a:r>
            <a:r>
              <a:rPr lang="en-US" altLang="en-US" sz="1600" b="0">
                <a:solidFill>
                  <a:srgbClr val="0000CC"/>
                </a:solidFill>
                <a:latin typeface="Helvetica"/>
              </a:rPr>
              <a:t>A;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648200" y="1520825"/>
            <a:ext cx="3962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/>
              <a:t>if/elsif - structure </a:t>
            </a:r>
          </a:p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/>
              <a:t>The last elsif has an edge </a:t>
            </a:r>
          </a:p>
          <a:p>
            <a:pPr algn="l" rtl="0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/>
              <a:t>No else 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648200" y="2968625"/>
            <a:ext cx="3657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r" rtl="1" eaLnBrk="1" hangingPunct="1">
              <a:buFontTx/>
              <a:buChar char="•"/>
            </a:pPr>
            <a:r>
              <a:rPr lang="ar-SA" altLang="en-US" sz="1800" dirty="0">
                <a:cs typeface="B Mitra" panose="00000400000000000000" pitchFamily="2" charset="-78"/>
              </a:rPr>
              <a:t>براي </a:t>
            </a:r>
            <a:r>
              <a:rPr lang="en-US" altLang="en-US" sz="1800" dirty="0">
                <a:cs typeface="B Mitra" panose="00000400000000000000" pitchFamily="2" charset="-78"/>
              </a:rPr>
              <a:t>set/reset </a:t>
            </a:r>
            <a:r>
              <a:rPr lang="ar-SA" altLang="en-US" sz="1800" dirty="0">
                <a:cs typeface="B Mitra" panose="00000400000000000000" pitchFamily="2" charset="-78"/>
              </a:rPr>
              <a:t> سنكرون فقط </a:t>
            </a:r>
            <a:r>
              <a:rPr lang="en-US" altLang="en-US" sz="1800" dirty="0" err="1">
                <a:cs typeface="B Mitra" panose="00000400000000000000" pitchFamily="2" charset="-78"/>
              </a:rPr>
              <a:t>clk</a:t>
            </a:r>
            <a:r>
              <a:rPr lang="ar-SA" altLang="en-US" sz="1800" dirty="0">
                <a:cs typeface="B Mitra" panose="00000400000000000000" pitchFamily="2" charset="-78"/>
              </a:rPr>
              <a:t> در ليست حساسيت قرار مي گيرد (مي توان با </a:t>
            </a:r>
            <a:r>
              <a:rPr lang="en-US" altLang="en-US" sz="1800" dirty="0">
                <a:cs typeface="B Mitra" panose="00000400000000000000" pitchFamily="2" charset="-78"/>
              </a:rPr>
              <a:t> wait until </a:t>
            </a:r>
            <a:r>
              <a:rPr lang="ar-SA" altLang="en-US" sz="1800" dirty="0">
                <a:cs typeface="B Mitra" panose="00000400000000000000" pitchFamily="2" charset="-78"/>
              </a:rPr>
              <a:t> هم مدلسازي كرد).</a:t>
            </a:r>
          </a:p>
          <a:p>
            <a:pPr algn="r" rtl="1" eaLnBrk="1" hangingPunct="1">
              <a:buFontTx/>
              <a:buChar char="•"/>
            </a:pPr>
            <a:r>
              <a:rPr lang="ar-SA" altLang="en-US" sz="1800" dirty="0">
                <a:cs typeface="B Mitra" panose="00000400000000000000" pitchFamily="2" charset="-78"/>
              </a:rPr>
              <a:t>اما براي آسنكرون فقط با ليست حساسيت   مي توان مدلسازي كرد</a:t>
            </a:r>
          </a:p>
          <a:p>
            <a:pPr algn="r" rtl="1" eaLnBrk="1" hangingPunct="1">
              <a:buFontTx/>
              <a:buChar char="•"/>
            </a:pPr>
            <a:r>
              <a:rPr lang="ar-SA" altLang="en-US" sz="1800" dirty="0">
                <a:cs typeface="B Mitra" panose="00000400000000000000" pitchFamily="2" charset="-78"/>
              </a:rPr>
              <a:t>حتماً همة وروديهاي آسنكرون در ليست حساسيت وارد شوند والا نتيجة شبيه سازي با سنتز متفاوت مي شود.</a:t>
            </a:r>
            <a:endParaRPr lang="en-US" altLang="en-US" sz="18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695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Example: D Flip-Flop with Reset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19200"/>
            <a:ext cx="4267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2800350"/>
            <a:ext cx="3829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2819400"/>
            <a:ext cx="417195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172200"/>
            <a:ext cx="66579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95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1-bit Register (with 1 Process)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09600" y="1087934"/>
            <a:ext cx="3657600" cy="547842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Library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IEEE.Std_Logic_1164.all;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entity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Register_1bit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port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CLK, Reset, Load   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400" b="0" dirty="0">
                <a:solidFill>
                  <a:srgbClr val="0000CC"/>
                </a:solidFill>
              </a:rPr>
              <a:t>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out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);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Register_1bit;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Register_1bit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signal</a:t>
            </a:r>
            <a:r>
              <a:rPr lang="en-US" altLang="en-US" sz="1400" b="0" i="1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 err="1">
                <a:solidFill>
                  <a:srgbClr val="FF0000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(CLK, Reset)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if (Reset = ‘1’) then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‘0’;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 err="1">
                <a:solidFill>
                  <a:srgbClr val="0000CC"/>
                </a:solidFill>
              </a:rPr>
              <a:t>els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CLK’event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`1`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then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if (Load = ‘1’) then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   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	</a:t>
            </a:r>
            <a:r>
              <a:rPr lang="en-US" altLang="en-US" sz="1400" b="0" dirty="0">
                <a:solidFill>
                  <a:srgbClr val="0000CC"/>
                </a:solidFill>
                <a:highlight>
                  <a:srgbClr val="FFFF00"/>
                </a:highlight>
              </a:rPr>
              <a:t>else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    </a:t>
            </a:r>
            <a:r>
              <a:rPr lang="en-US" altLang="en-US" sz="1400" b="0" dirty="0" err="1">
                <a:solidFill>
                  <a:srgbClr val="0000CC"/>
                </a:solidFill>
                <a:highlight>
                  <a:srgbClr val="FFFF00"/>
                </a:highlight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highlight>
                  <a:srgbClr val="FFFF00"/>
                </a:highlight>
                <a:latin typeface="Helvetica"/>
              </a:rPr>
              <a:t> &lt;= </a:t>
            </a:r>
            <a:r>
              <a:rPr lang="en-US" altLang="en-US" sz="1400" b="0" dirty="0" err="1">
                <a:solidFill>
                  <a:srgbClr val="0000CC"/>
                </a:solidFill>
                <a:highlight>
                  <a:srgbClr val="FFFF00"/>
                </a:highlight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highlight>
                  <a:srgbClr val="FFFF00"/>
                </a:highlight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highlight>
                  <a:srgbClr val="FFFF00"/>
                </a:highlight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	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/>
              </a:rPr>
              <a:t>;</a:t>
            </a:r>
            <a:r>
              <a:rPr lang="en-US" altLang="en-US" sz="1400" b="0" dirty="0" smtClean="0">
                <a:solidFill>
                  <a:srgbClr val="0000CC"/>
                </a:solidFill>
                <a:latin typeface="Helvetica"/>
              </a:rPr>
              <a:t>   </a:t>
            </a: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Q &lt;=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Q_Reg</a:t>
            </a:r>
            <a:r>
              <a:rPr lang="en-US" altLang="en-US" sz="1400" b="0" smtClean="0">
                <a:solidFill>
                  <a:srgbClr val="0000CC"/>
                </a:solidFill>
                <a:latin typeface="Helvetica"/>
              </a:rPr>
              <a:t>;</a:t>
            </a:r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1B387E67-07CF-5447-BA34-05C5CF4C85C6}"/>
                  </a:ext>
                </a:extLst>
              </p14:cNvPr>
              <p14:cNvContentPartPr/>
              <p14:nvPr/>
            </p14:nvContentPartPr>
            <p14:xfrm>
              <a:off x="4496040" y="1335240"/>
              <a:ext cx="4597200" cy="3425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387E67-07CF-5447-BA34-05C5CF4C85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6680" y="1325880"/>
                <a:ext cx="4615920" cy="344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xmlns="" id="{F8BA23D7-085C-A042-A2A0-D526AB7B7ECA}"/>
                  </a:ext>
                </a:extLst>
              </p14:cNvPr>
              <p14:cNvContentPartPr/>
              <p14:nvPr/>
            </p14:nvContentPartPr>
            <p14:xfrm>
              <a:off x="4669200" y="2475360"/>
              <a:ext cx="3768840" cy="3522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8BA23D7-085C-A042-A2A0-D526AB7B7E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9840" y="2466000"/>
                <a:ext cx="3787560" cy="354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986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r>
              <a:rPr lang="en-US" dirty="0"/>
              <a:t>1-bit Register (with 2 Processes)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09600" y="1304925"/>
            <a:ext cx="3657600" cy="4401205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Library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IEEE.Std_Logic_1164.all;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entity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Register_1bit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port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CLK, Reset, Load   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400" b="0" dirty="0">
                <a:solidFill>
                  <a:srgbClr val="0000CC"/>
                </a:solidFill>
              </a:rPr>
              <a:t>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out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);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Register_1bit;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Register_1bit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signal</a:t>
            </a:r>
            <a:r>
              <a:rPr lang="en-US" altLang="en-US" sz="1400" b="0" i="1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 err="1">
                <a:solidFill>
                  <a:srgbClr val="0000CC"/>
                </a:solidFill>
                <a:latin typeface="Helvetica"/>
              </a:rPr>
              <a:t>Reg_Input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, </a:t>
            </a:r>
            <a:r>
              <a:rPr lang="en-US" altLang="en-US" sz="1400" b="0" i="1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(CLK, Reset)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if (Reset = ‘1’) then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‘0’;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 err="1">
                <a:solidFill>
                  <a:srgbClr val="0000CC"/>
                </a:solidFill>
              </a:rPr>
              <a:t>els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CLK’event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`1`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then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Reg_Input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r>
              <a:rPr lang="en-US" altLang="en-US" sz="1400" b="0" dirty="0">
                <a:solidFill>
                  <a:srgbClr val="0000CC"/>
                </a:solidFill>
              </a:rPr>
              <a:t>        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process;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511040" y="3429000"/>
            <a:ext cx="3657600" cy="28931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endParaRPr lang="en-US" altLang="en-US" sz="1400" b="0" dirty="0">
              <a:solidFill>
                <a:srgbClr val="0000CC"/>
              </a:solidFill>
            </a:endParaRP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(Load,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if (Load = ‘1’) then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Reg_Input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else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Reg_Input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process;</a:t>
            </a:r>
          </a:p>
          <a:p>
            <a:pPr eaLnBrk="1" hangingPunct="1"/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Q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xmlns="" id="{5F70F39A-0632-AF49-A0E0-1900C03B3A9C}"/>
                  </a:ext>
                </a:extLst>
              </p14:cNvPr>
              <p14:cNvContentPartPr/>
              <p14:nvPr/>
            </p14:nvContentPartPr>
            <p14:xfrm>
              <a:off x="5247640" y="1271472"/>
              <a:ext cx="2895600" cy="2157528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F70F39A-0632-AF49-A0E0-1900C03B3A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8281" y="1262113"/>
                <a:ext cx="2914318" cy="2175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xmlns="" id="{5E21D02C-CAE3-1A43-9267-EDFFBF7A85B9}"/>
                  </a:ext>
                </a:extLst>
              </p14:cNvPr>
              <p14:cNvContentPartPr/>
              <p14:nvPr/>
            </p14:nvContentPartPr>
            <p14:xfrm>
              <a:off x="6270840" y="1864080"/>
              <a:ext cx="403920" cy="321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21D02C-CAE3-1A43-9267-EDFFBF7A85B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1480" y="1854720"/>
                <a:ext cx="42264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xmlns="" id="{2BD3066D-ECD3-8149-B3DD-11C6B46ACF03}"/>
                  </a:ext>
                </a:extLst>
              </p14:cNvPr>
              <p14:cNvContentPartPr/>
              <p14:nvPr/>
            </p14:nvContentPartPr>
            <p14:xfrm>
              <a:off x="5026320" y="902520"/>
              <a:ext cx="2887200" cy="1721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BD3066D-ECD3-8149-B3DD-11C6B46ACF0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16960" y="893160"/>
                <a:ext cx="2905920" cy="174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60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/>
          <a:lstStyle/>
          <a:p>
            <a:r>
              <a:rPr lang="en-US" dirty="0"/>
              <a:t>1-bit Register -&gt; 4-bit Register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609600" y="1304925"/>
            <a:ext cx="4419600" cy="4616648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Library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use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IEEE.Std_Logic_1164.all;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entity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Register_1bit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port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CLK, Reset, Load   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std_logic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    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in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(3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0)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Q</a:t>
            </a:r>
            <a:r>
              <a:rPr lang="en-US" altLang="en-US" sz="1400" b="0" dirty="0">
                <a:solidFill>
                  <a:srgbClr val="0000CC"/>
                </a:solidFill>
              </a:rPr>
              <a:t>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out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(3 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0)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);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Register_1bit;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architecture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of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Register_1bit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is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 signal</a:t>
            </a:r>
            <a:r>
              <a:rPr lang="en-US" altLang="en-US" sz="1400" b="0" i="1" dirty="0">
                <a:solidFill>
                  <a:srgbClr val="0000CC"/>
                </a:solidFill>
              </a:rPr>
              <a:t> </a:t>
            </a:r>
            <a:r>
              <a:rPr lang="en-US" altLang="en-US" sz="1400" b="0" i="1" dirty="0" err="1">
                <a:solidFill>
                  <a:srgbClr val="0000CC"/>
                </a:solidFill>
                <a:latin typeface="Helvetica"/>
              </a:rPr>
              <a:t>Reg_Input</a:t>
            </a:r>
            <a:r>
              <a:rPr lang="en-US" altLang="en-US" sz="1400" b="0" i="1" dirty="0">
                <a:solidFill>
                  <a:srgbClr val="0000CC"/>
                </a:solidFill>
                <a:latin typeface="Helvetica"/>
              </a:rPr>
              <a:t>, </a:t>
            </a:r>
            <a:r>
              <a:rPr lang="en-US" altLang="en-US" sz="1400" b="0" i="1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: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std_logic_vector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(3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	</a:t>
            </a:r>
            <a:r>
              <a:rPr lang="en-US" altLang="en-US" sz="1400" b="0" dirty="0" err="1">
                <a:solidFill>
                  <a:srgbClr val="FF0000"/>
                </a:solidFill>
                <a:latin typeface="Helvetica"/>
              </a:rPr>
              <a:t>downto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 0)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(CLK, Reset)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if (Reset = ‘1’) then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</a:t>
            </a:r>
            <a:r>
              <a:rPr lang="en-US" altLang="en-US" sz="1400" b="0" dirty="0">
                <a:solidFill>
                  <a:srgbClr val="FF0000"/>
                </a:solidFill>
                <a:latin typeface="Helvetica"/>
              </a:rPr>
              <a:t>(others =&gt; ‘0’);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 err="1">
                <a:solidFill>
                  <a:srgbClr val="0000CC"/>
                </a:solidFill>
              </a:rPr>
              <a:t>els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if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CLK’event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and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CLK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=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`1`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then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Reg_Input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r>
              <a:rPr lang="en-US" altLang="en-US" sz="1400" b="0" dirty="0">
                <a:solidFill>
                  <a:srgbClr val="0000CC"/>
                </a:solidFill>
              </a:rPr>
              <a:t>        </a:t>
            </a:r>
            <a:r>
              <a:rPr lang="en-US" altLang="en-US" sz="1400" b="0" dirty="0">
                <a:solidFill>
                  <a:srgbClr val="FF0000"/>
                </a:solidFill>
              </a:rPr>
              <a:t> 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process;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181600" y="2514600"/>
            <a:ext cx="3657600" cy="2893100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endParaRPr lang="en-US" altLang="en-US" sz="1400" b="0" dirty="0">
              <a:solidFill>
                <a:srgbClr val="0000CC"/>
              </a:solidFill>
            </a:endParaRPr>
          </a:p>
          <a:p>
            <a:pPr algn="l" rtl="0" eaLnBrk="1" hangingPunct="1"/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(Load,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,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)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begin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  if (Load = ‘1’) then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Reg_Input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DataIN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else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	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Reg_Input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if;</a:t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</a:rPr>
              <a:t>  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process;</a:t>
            </a:r>
          </a:p>
          <a:p>
            <a:pPr eaLnBrk="1" hangingPunct="1"/>
            <a:endParaRPr lang="en-US" altLang="en-US" sz="1400" b="0" dirty="0">
              <a:solidFill>
                <a:srgbClr val="0000CC"/>
              </a:solidFill>
              <a:latin typeface="Helvetica"/>
            </a:endParaRP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   Q &lt;= </a:t>
            </a:r>
            <a:r>
              <a:rPr lang="en-US" altLang="en-US" sz="1400" b="0" dirty="0" err="1">
                <a:solidFill>
                  <a:srgbClr val="0000CC"/>
                </a:solidFill>
                <a:latin typeface="Helvetica"/>
              </a:rPr>
              <a:t>Q_Reg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;</a:t>
            </a:r>
          </a:p>
          <a:p>
            <a:pPr eaLnBrk="1" hangingPunct="1"/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/>
            </a:r>
            <a:br>
              <a:rPr lang="en-US" altLang="en-US" sz="1400" b="0" dirty="0">
                <a:solidFill>
                  <a:srgbClr val="0000CC"/>
                </a:solidFill>
                <a:latin typeface="Helvetica"/>
              </a:rPr>
            </a:b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end</a:t>
            </a:r>
            <a:r>
              <a:rPr lang="en-US" altLang="en-US" sz="1400" b="0" dirty="0">
                <a:solidFill>
                  <a:srgbClr val="0000CC"/>
                </a:solidFill>
              </a:rPr>
              <a:t> </a:t>
            </a:r>
            <a:r>
              <a:rPr lang="en-US" altLang="en-US" sz="1400" b="0" dirty="0">
                <a:solidFill>
                  <a:srgbClr val="0000CC"/>
                </a:solidFill>
                <a:latin typeface="Helvetica"/>
              </a:rPr>
              <a:t>RTL;</a:t>
            </a:r>
          </a:p>
        </p:txBody>
      </p:sp>
    </p:spTree>
    <p:extLst>
      <p:ext uri="{BB962C8B-B14F-4D97-AF65-F5344CB8AC3E}">
        <p14:creationId xmlns:p14="http://schemas.microsoft.com/office/powerpoint/2010/main" val="252280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4-bit Shift-Register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??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74192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19146</TotalTime>
  <Words>414</Words>
  <Application>Microsoft Office PowerPoint</Application>
  <PresentationFormat>On-screen Show (4:3)</PresentationFormat>
  <Paragraphs>149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ＭＳ Ｐゴシック</vt:lpstr>
      <vt:lpstr>Arial</vt:lpstr>
      <vt:lpstr>B Mitra</vt:lpstr>
      <vt:lpstr>Helvetica</vt:lpstr>
      <vt:lpstr>Lotus</vt:lpstr>
      <vt:lpstr>Times New Roman</vt:lpstr>
      <vt:lpstr>Wingdings</vt:lpstr>
      <vt:lpstr>Blank Presentation</vt:lpstr>
      <vt:lpstr>Computer-Aided Design    Sequential Circuits</vt:lpstr>
      <vt:lpstr>RTL Style</vt:lpstr>
      <vt:lpstr>Describing Sequential/Synchronous Behavior</vt:lpstr>
      <vt:lpstr>Flip-Flop vs. Latch Models</vt:lpstr>
      <vt:lpstr>Description of Rising Clock Edge  for Synthesis</vt:lpstr>
      <vt:lpstr>Rising_edge (falling_edge)</vt:lpstr>
      <vt:lpstr>From Combinational to Sequential Logic</vt:lpstr>
      <vt:lpstr>From Combinational to Sequential Logic</vt:lpstr>
      <vt:lpstr>From Combinational to Sequential Logic</vt:lpstr>
      <vt:lpstr>From Combinational to Sequential Logic</vt:lpstr>
      <vt:lpstr>Avoid Latches</vt:lpstr>
      <vt:lpstr>Register Inference</vt:lpstr>
      <vt:lpstr>Reset for Edge-Sensitive Behavior</vt:lpstr>
      <vt:lpstr>Asynchronous Set/Reset</vt:lpstr>
      <vt:lpstr>Example: D Flip-Flop with Reset</vt:lpstr>
      <vt:lpstr>1-bit Register (with 1 Process)</vt:lpstr>
      <vt:lpstr>1-bit Register (with 2 Processes)</vt:lpstr>
      <vt:lpstr>1-bit Register -&gt; 4-bit Register</vt:lpstr>
      <vt:lpstr>4-bit Shift-Register</vt:lpstr>
    </vt:vector>
  </TitlesOfParts>
  <Company>EPFL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hasan</cp:lastModifiedBy>
  <cp:revision>738</cp:revision>
  <cp:lastPrinted>2015-11-03T11:33:07Z</cp:lastPrinted>
  <dcterms:created xsi:type="dcterms:W3CDTF">2009-11-03T19:03:43Z</dcterms:created>
  <dcterms:modified xsi:type="dcterms:W3CDTF">2022-05-08T16:58:16Z</dcterms:modified>
</cp:coreProperties>
</file>