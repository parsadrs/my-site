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640" r:id="rId2"/>
    <p:sldId id="620" r:id="rId3"/>
    <p:sldId id="621" r:id="rId4"/>
    <p:sldId id="623" r:id="rId5"/>
    <p:sldId id="624" r:id="rId6"/>
    <p:sldId id="625" r:id="rId7"/>
    <p:sldId id="626" r:id="rId8"/>
    <p:sldId id="627" r:id="rId9"/>
    <p:sldId id="628" r:id="rId10"/>
    <p:sldId id="639" r:id="rId11"/>
    <p:sldId id="630" r:id="rId12"/>
    <p:sldId id="637" r:id="rId13"/>
    <p:sldId id="631" r:id="rId14"/>
    <p:sldId id="632" r:id="rId15"/>
    <p:sldId id="633" r:id="rId16"/>
    <p:sldId id="634" r:id="rId17"/>
    <p:sldId id="635" r:id="rId18"/>
    <p:sldId id="636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6667" autoAdjust="0"/>
  </p:normalViewPr>
  <p:slideViewPr>
    <p:cSldViewPr>
      <p:cViewPr>
        <p:scale>
          <a:sx n="70" d="100"/>
          <a:sy n="70" d="100"/>
        </p:scale>
        <p:origin x="-130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4/21/2019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8" tIns="43245" rIns="86488" bIns="43245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11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12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14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15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16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17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18</a:t>
            </a:fld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6" tIns="43243" rIns="86486" bIns="43243"/>
          <a:lstStyle/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 smtClean="0"/>
              <a:t>CAD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October 31, 2014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“Hardware Systems Modeling”, A. </a:t>
            </a:r>
            <a:r>
              <a:rPr lang="en-US" sz="1400" dirty="0" err="1" smtClean="0"/>
              <a:t>Vachoux</a:t>
            </a:r>
            <a:r>
              <a:rPr lang="en-US" sz="1400" dirty="0" smtClean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 smtClean="0"/>
              <a:t>CAD slides from Dr. </a:t>
            </a:r>
            <a:r>
              <a:rPr lang="en-US" sz="1400" dirty="0" err="1" smtClean="0"/>
              <a:t>Saheb</a:t>
            </a:r>
            <a:r>
              <a:rPr lang="en-US" sz="1400" dirty="0" smtClean="0"/>
              <a:t> </a:t>
            </a:r>
            <a:r>
              <a:rPr lang="en-US" sz="1400" dirty="0" err="1" smtClean="0"/>
              <a:t>Zamani</a:t>
            </a:r>
            <a:endParaRPr lang="en-US" sz="1400" dirty="0" smtClean="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 smtClean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RTL Methodology</a:t>
            </a:r>
            <a:endParaRPr lang="en-US" sz="4800" b="1" dirty="0" smtClean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3340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</p:spTree>
    <p:extLst>
      <p:ext uri="{BB962C8B-B14F-4D97-AF65-F5344CB8AC3E}">
        <p14:creationId xmlns:p14="http://schemas.microsoft.com/office/powerpoint/2010/main" val="3875364104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Synchronous Design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212282"/>
            <a:ext cx="6600825" cy="2292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65" y="3429000"/>
            <a:ext cx="6602335" cy="3379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5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Register Transfer Methodology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19200"/>
            <a:ext cx="84391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819400"/>
            <a:ext cx="8715375" cy="393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5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Abstract RT Graph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55" y="1476374"/>
            <a:ext cx="8862545" cy="4695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5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RT Block &amp; Timing Diagram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59258"/>
            <a:ext cx="5457825" cy="552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5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Generic RTL Architecture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1219200"/>
            <a:ext cx="9067801" cy="481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1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Finite State Machine</a:t>
            </a:r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62063"/>
            <a:ext cx="7723933" cy="513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1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 smtClean="0"/>
              <a:t>RTL Architecture </a:t>
            </a:r>
            <a:br>
              <a:rPr lang="en-US" altLang="en-US" sz="4000" dirty="0" smtClean="0"/>
            </a:br>
            <a:r>
              <a:rPr lang="en-US" altLang="en-US" sz="4000" dirty="0" smtClean="0"/>
              <a:t>FSM + </a:t>
            </a:r>
            <a:r>
              <a:rPr lang="en-US" altLang="en-US" sz="4000" dirty="0" err="1" smtClean="0"/>
              <a:t>Datapath</a:t>
            </a:r>
            <a:r>
              <a:rPr lang="en-US" altLang="en-US" sz="4000" dirty="0" smtClean="0"/>
              <a:t> (FSMD)</a:t>
            </a:r>
            <a:endParaRPr lang="en-US" sz="4000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42" y="1271588"/>
            <a:ext cx="7673958" cy="520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1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 smtClean="0"/>
              <a:t>Example: 8-bit Repetitive-Addition Multiplier</a:t>
            </a:r>
            <a:endParaRPr lang="en-US" sz="4000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219200"/>
            <a:ext cx="833437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14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 smtClean="0"/>
              <a:t>Example: 8-bit Repetitive-Addition Multiplier</a:t>
            </a:r>
            <a:endParaRPr lang="en-US" sz="4000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773720"/>
              </p:ext>
            </p:extLst>
          </p:nvPr>
        </p:nvGraphicFramePr>
        <p:xfrm>
          <a:off x="1524000" y="1288729"/>
          <a:ext cx="5619750" cy="5188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r:id="rId4" imgW="8413699" imgH="7743749" progId="Visio.Drawing.11">
                  <p:embed/>
                </p:oleObj>
              </mc:Choice>
              <mc:Fallback>
                <p:oleObj r:id="rId4" imgW="8413699" imgH="77437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88729"/>
                        <a:ext cx="5619750" cy="5188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732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Combination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295400"/>
            <a:ext cx="8372475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Combination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1295400"/>
            <a:ext cx="897255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170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Comb. 4-bit Multiplier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99106"/>
            <a:ext cx="9144000" cy="224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 smtClean="0"/>
              <a:t>FSMD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285875"/>
            <a:ext cx="8829675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FSMD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9" y="1219200"/>
            <a:ext cx="8300164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FSMD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85875"/>
            <a:ext cx="818197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162836"/>
            <a:ext cx="6196012" cy="369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325824"/>
            <a:ext cx="4800600" cy="145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FSMD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129373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FSMD Implementation</a:t>
            </a:r>
            <a:endParaRPr lang="en-US" dirty="0" smtClean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 smtClean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60" y="1219200"/>
            <a:ext cx="8664140" cy="537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48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14804</TotalTime>
  <Words>144</Words>
  <Application>Microsoft Office PowerPoint</Application>
  <PresentationFormat>On-screen Show (4:3)</PresentationFormat>
  <Paragraphs>74</Paragraphs>
  <Slides>18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Blank Presentation</vt:lpstr>
      <vt:lpstr>Visio.Drawing.11</vt:lpstr>
      <vt:lpstr>Computer-Aided Design    RTL Methodology</vt:lpstr>
      <vt:lpstr>Synchronous Design</vt:lpstr>
      <vt:lpstr>Register Transfer Methodology</vt:lpstr>
      <vt:lpstr>Abstract RT Graph</vt:lpstr>
      <vt:lpstr>RT Block &amp; Timing Diagram</vt:lpstr>
      <vt:lpstr>Generic RTL Architecture</vt:lpstr>
      <vt:lpstr>Finite State Machine</vt:lpstr>
      <vt:lpstr>RTL Architecture  FSM + Datapath (FSMD)</vt:lpstr>
      <vt:lpstr>Example: 8-bit Repetitive-Addition Multiplier</vt:lpstr>
      <vt:lpstr>Example: 8-bit Repetitive-Addition Multiplier</vt:lpstr>
      <vt:lpstr>Combination Implementation</vt:lpstr>
      <vt:lpstr>Combination Implementation</vt:lpstr>
      <vt:lpstr>Comb. 4-bit Multiplier</vt:lpstr>
      <vt:lpstr>FSMD Implementation</vt:lpstr>
      <vt:lpstr>FSMD Implementation</vt:lpstr>
      <vt:lpstr>FSMD Implementation</vt:lpstr>
      <vt:lpstr>FSMD Implementation</vt:lpstr>
      <vt:lpstr>FSMD Implementation</vt:lpstr>
    </vt:vector>
  </TitlesOfParts>
  <Company>EPFL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asus</cp:lastModifiedBy>
  <cp:revision>664</cp:revision>
  <cp:lastPrinted>2017-12-09T20:04:48Z</cp:lastPrinted>
  <dcterms:created xsi:type="dcterms:W3CDTF">2009-11-03T19:03:43Z</dcterms:created>
  <dcterms:modified xsi:type="dcterms:W3CDTF">2019-04-21T17:20:04Z</dcterms:modified>
</cp:coreProperties>
</file>