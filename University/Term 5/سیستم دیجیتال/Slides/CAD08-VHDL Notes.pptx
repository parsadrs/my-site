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696" r:id="rId2"/>
    <p:sldId id="713" r:id="rId3"/>
    <p:sldId id="708" r:id="rId4"/>
    <p:sldId id="709" r:id="rId5"/>
    <p:sldId id="710" r:id="rId6"/>
    <p:sldId id="715" r:id="rId7"/>
    <p:sldId id="670" r:id="rId8"/>
    <p:sldId id="671" r:id="rId9"/>
    <p:sldId id="673" r:id="rId10"/>
    <p:sldId id="672" r:id="rId11"/>
    <p:sldId id="674" r:id="rId12"/>
    <p:sldId id="677" r:id="rId13"/>
    <p:sldId id="678" r:id="rId14"/>
    <p:sldId id="697" r:id="rId15"/>
    <p:sldId id="698" r:id="rId16"/>
    <p:sldId id="680" r:id="rId17"/>
    <p:sldId id="679" r:id="rId18"/>
    <p:sldId id="681" r:id="rId19"/>
    <p:sldId id="682" r:id="rId20"/>
    <p:sldId id="687" r:id="rId21"/>
    <p:sldId id="714" r:id="rId22"/>
    <p:sldId id="705" r:id="rId23"/>
    <p:sldId id="706" r:id="rId24"/>
    <p:sldId id="707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 autoAdjust="0"/>
    <p:restoredTop sz="96405" autoAdjust="0"/>
  </p:normalViewPr>
  <p:slideViewPr>
    <p:cSldViewPr>
      <p:cViewPr varScale="1">
        <p:scale>
          <a:sx n="126" d="100"/>
          <a:sy n="126" d="100"/>
        </p:scale>
        <p:origin x="170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4/21/20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65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28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95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10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19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43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25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76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94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068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30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551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37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56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9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27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65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145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342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955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706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52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CAD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D:\Documents\Courses\BSc_Hardware Modeling (BS)\Slides\Photos\processor-2217771_960_7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04887"/>
            <a:ext cx="8915400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66800"/>
            <a:ext cx="9144000" cy="3733800"/>
          </a:xfrm>
        </p:spPr>
        <p:txBody>
          <a:bodyPr/>
          <a:lstStyle/>
          <a:p>
            <a:pPr lvl="1" eaLnBrk="1" hangingPunct="1"/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VHDL Notes</a:t>
            </a:r>
            <a:endParaRPr lang="en-US" sz="4800" b="1" dirty="0">
              <a:solidFill>
                <a:schemeClr val="bg1"/>
              </a:solidFill>
              <a:cs typeface="B Mitra" panose="00000400000000000000" pitchFamily="2" charset="-78"/>
            </a:endParaRPr>
          </a:p>
        </p:txBody>
      </p:sp>
      <p:pic>
        <p:nvPicPr>
          <p:cNvPr id="10" name="Picture 9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5626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6135469"/>
            <a:ext cx="480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“Hardware Systems Modeling”, A. </a:t>
            </a:r>
            <a:r>
              <a:rPr lang="en-US" sz="1400" dirty="0" err="1"/>
              <a:t>Vachoux</a:t>
            </a:r>
            <a:r>
              <a:rPr lang="en-US" sz="1400" dirty="0"/>
              <a:t>, EPFL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CAD slides from Dr. </a:t>
            </a:r>
            <a:r>
              <a:rPr lang="en-US" sz="1400" dirty="0" err="1"/>
              <a:t>Saheb</a:t>
            </a:r>
            <a:r>
              <a:rPr lang="en-US" sz="1400" dirty="0"/>
              <a:t> </a:t>
            </a:r>
            <a:r>
              <a:rPr lang="en-US" sz="1400" dirty="0" err="1"/>
              <a:t>Zamani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00342076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600" b="1" i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3600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5400" b="1" i="1" dirty="0">
                <a:solidFill>
                  <a:schemeClr val="accent2">
                    <a:lumMod val="75000"/>
                  </a:schemeClr>
                </a:solidFill>
              </a:rPr>
              <a:t>Generic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281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Generic N-bit Adder: </a:t>
            </a:r>
            <a:br>
              <a:rPr lang="en-US" sz="4000" dirty="0"/>
            </a:br>
            <a:r>
              <a:rPr lang="en-US" sz="4000" dirty="0"/>
              <a:t>Dataflow Architecture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1721082"/>
            <a:ext cx="7924799" cy="5060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594" y="1219200"/>
            <a:ext cx="3621206" cy="125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988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Generic N-Bit Adder: </a:t>
            </a:r>
            <a:br>
              <a:rPr lang="en-US" sz="4000" dirty="0"/>
            </a:br>
            <a:r>
              <a:rPr lang="en-US" sz="4000" dirty="0"/>
              <a:t>Structural Architecture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42" y="1219200"/>
            <a:ext cx="7775258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71" y="5257800"/>
            <a:ext cx="8915400" cy="411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4375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Instantiation of a 32-bit Adder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1343025"/>
            <a:ext cx="75819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514975"/>
            <a:ext cx="8362950" cy="122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3613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600" b="1" i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3600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5400" b="1" i="1" dirty="0">
                <a:solidFill>
                  <a:schemeClr val="accent2">
                    <a:lumMod val="75000"/>
                  </a:schemeClr>
                </a:solidFill>
              </a:rPr>
              <a:t>Synthesis Notes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281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[Synthesis] Simple Concurrent Signal Assignment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81387"/>
            <a:ext cx="8343900" cy="4128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111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[Synthesis] Avoid Zero-Delay Feedback Loops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1219200"/>
            <a:ext cx="75819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880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[Synthesis] Combinational Logic from a Process Statement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8715375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43425"/>
            <a:ext cx="86868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1094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[Synthesis] Avoid Multiple Concurrent Signal Assignments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7848600" cy="509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208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3600" dirty="0"/>
              <a:t>Simple Sequential Signal Assignment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238250"/>
            <a:ext cx="725805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2438400"/>
            <a:ext cx="8010525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1094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[Synthesis] 'Z' Interpretation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39243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46957"/>
            <a:ext cx="8077200" cy="4401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8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[Synthesis] Multiple Sources and Three-State Buffer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32384"/>
            <a:ext cx="8610600" cy="48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 bwMode="auto">
          <a:xfrm>
            <a:off x="228600" y="1332384"/>
            <a:ext cx="4305300" cy="285861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6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0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665306"/>
            <a:ext cx="5943600" cy="1849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/>
              <a:t>[Synthesis] Sequential If - Priority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5572125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95400"/>
            <a:ext cx="33528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2971800"/>
            <a:ext cx="479107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386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Sequential If Statement Synthesis Pitfalls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4305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7753350" cy="278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4572000"/>
            <a:ext cx="56292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6990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[Synthesis] Bidirectional Bus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05648"/>
            <a:ext cx="8915400" cy="5423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6932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[Synthesis] Simple ALU (1)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85204"/>
            <a:ext cx="8001000" cy="519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419350"/>
            <a:ext cx="222885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[Synthesis] Simple ALU (2)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00200"/>
            <a:ext cx="8763000" cy="379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0732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[Synthesis] Hardware Realization of Operators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602436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0732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[Synthesis] Hardware Realization of Operators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58653"/>
            <a:ext cx="9067800" cy="4608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5944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600" b="1" i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3600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5400" b="1" i="1" dirty="0">
                <a:solidFill>
                  <a:schemeClr val="accent2">
                    <a:lumMod val="75000"/>
                  </a:schemeClr>
                </a:solidFill>
              </a:rPr>
              <a:t>Simulation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281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VHDL Simulation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56785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744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Zero Delay Simulation (Delta Cycle)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1276350"/>
            <a:ext cx="3800475" cy="365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191125"/>
            <a:ext cx="720090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676400"/>
            <a:ext cx="4267200" cy="2855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6242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Zero Delay Simulation (Delta Cycle)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90638"/>
            <a:ext cx="8005369" cy="480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373698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16119</TotalTime>
  <Words>261</Words>
  <Application>Microsoft Macintosh PowerPoint</Application>
  <PresentationFormat>On-screen Show (4:3)</PresentationFormat>
  <Paragraphs>103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Blank Presentation</vt:lpstr>
      <vt:lpstr>Computer-Aided Design    VHDL Notes</vt:lpstr>
      <vt:lpstr>PowerPoint Presentation</vt:lpstr>
      <vt:lpstr>Generic N-bit Adder:  Dataflow Architecture</vt:lpstr>
      <vt:lpstr>Generic N-Bit Adder:  Structural Architecture</vt:lpstr>
      <vt:lpstr>Instantiation of a 32-bit Adder </vt:lpstr>
      <vt:lpstr>PowerPoint Presentation</vt:lpstr>
      <vt:lpstr>[Synthesis] Simple Concurrent Signal Assignment</vt:lpstr>
      <vt:lpstr>[Synthesis] Avoid Zero-Delay Feedback Loops</vt:lpstr>
      <vt:lpstr>[Synthesis] Combinational Logic from a Process Statement</vt:lpstr>
      <vt:lpstr>[Synthesis] Avoid Multiple Concurrent Signal Assignments</vt:lpstr>
      <vt:lpstr>Simple Sequential Signal Assignment</vt:lpstr>
      <vt:lpstr>[Synthesis] 'Z' Interpretation</vt:lpstr>
      <vt:lpstr>[Synthesis] Multiple Sources and Three-State Buffer</vt:lpstr>
      <vt:lpstr>[Synthesis] Sequential If - Priority</vt:lpstr>
      <vt:lpstr>Sequential If Statement Synthesis Pitfalls</vt:lpstr>
      <vt:lpstr>[Synthesis] Bidirectional Bus</vt:lpstr>
      <vt:lpstr>[Synthesis] Simple ALU (1)</vt:lpstr>
      <vt:lpstr>[Synthesis] Simple ALU (2)</vt:lpstr>
      <vt:lpstr>[Synthesis] Hardware Realization of Operators</vt:lpstr>
      <vt:lpstr>[Synthesis] Hardware Realization of Operators</vt:lpstr>
      <vt:lpstr>PowerPoint Presentation</vt:lpstr>
      <vt:lpstr>VHDL Simulation Model</vt:lpstr>
      <vt:lpstr>Zero Delay Simulation (Delta Cycle) </vt:lpstr>
      <vt:lpstr>Zero Delay Simulation (Delta Cycle)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Microsoft Office User</cp:lastModifiedBy>
  <cp:revision>726</cp:revision>
  <cp:lastPrinted>2019-03-11T12:47:22Z</cp:lastPrinted>
  <dcterms:created xsi:type="dcterms:W3CDTF">2009-11-03T19:03:43Z</dcterms:created>
  <dcterms:modified xsi:type="dcterms:W3CDTF">2020-04-21T14:39:30Z</dcterms:modified>
</cp:coreProperties>
</file>