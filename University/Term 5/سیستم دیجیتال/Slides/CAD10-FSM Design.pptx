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1"/>
  </p:notesMasterIdLst>
  <p:handoutMasterIdLst>
    <p:handoutMasterId r:id="rId22"/>
  </p:handoutMasterIdLst>
  <p:sldIdLst>
    <p:sldId id="619" r:id="rId2"/>
    <p:sldId id="618" r:id="rId3"/>
    <p:sldId id="620" r:id="rId4"/>
    <p:sldId id="1197" r:id="rId5"/>
    <p:sldId id="1201" r:id="rId6"/>
    <p:sldId id="1195" r:id="rId7"/>
    <p:sldId id="1203" r:id="rId8"/>
    <p:sldId id="1238" r:id="rId9"/>
    <p:sldId id="1194" r:id="rId10"/>
    <p:sldId id="1239" r:id="rId11"/>
    <p:sldId id="1196" r:id="rId12"/>
    <p:sldId id="1240" r:id="rId13"/>
    <p:sldId id="1241" r:id="rId14"/>
    <p:sldId id="1242" r:id="rId15"/>
    <p:sldId id="1244" r:id="rId16"/>
    <p:sldId id="1245" r:id="rId17"/>
    <p:sldId id="1246" r:id="rId18"/>
    <p:sldId id="1247" r:id="rId19"/>
    <p:sldId id="1248" r:id="rId2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5pPr>
    <a:lvl6pPr marL="2286000" algn="l" defTabSz="914400" rtl="0" eaLnBrk="1" latinLnBrk="0" hangingPunct="1">
      <a:defRPr sz="2400" kern="1200">
        <a:solidFill>
          <a:schemeClr val="tx1"/>
        </a:solidFill>
        <a:latin typeface="Arial" charset="0"/>
        <a:ea typeface="ＭＳ Ｐゴシック" pitchFamily="34" charset="-128"/>
        <a:cs typeface="+mn-cs"/>
      </a:defRPr>
    </a:lvl6pPr>
    <a:lvl7pPr marL="2743200" algn="l" defTabSz="914400" rtl="0" eaLnBrk="1" latinLnBrk="0" hangingPunct="1">
      <a:defRPr sz="2400" kern="1200">
        <a:solidFill>
          <a:schemeClr val="tx1"/>
        </a:solidFill>
        <a:latin typeface="Arial" charset="0"/>
        <a:ea typeface="ＭＳ Ｐゴシック" pitchFamily="34" charset="-128"/>
        <a:cs typeface="+mn-cs"/>
      </a:defRPr>
    </a:lvl7pPr>
    <a:lvl8pPr marL="3200400" algn="l" defTabSz="914400" rtl="0" eaLnBrk="1" latinLnBrk="0" hangingPunct="1">
      <a:defRPr sz="2400" kern="1200">
        <a:solidFill>
          <a:schemeClr val="tx1"/>
        </a:solidFill>
        <a:latin typeface="Arial" charset="0"/>
        <a:ea typeface="ＭＳ Ｐゴシック" pitchFamily="34" charset="-128"/>
        <a:cs typeface="+mn-cs"/>
      </a:defRPr>
    </a:lvl8pPr>
    <a:lvl9pPr marL="3657600" algn="l" defTabSz="914400" rtl="0" eaLnBrk="1" latinLnBrk="0" hangingPunct="1">
      <a:defRPr sz="2400"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5" autoAdjust="0"/>
    <p:restoredTop sz="96405" autoAdjust="0"/>
  </p:normalViewPr>
  <p:slideViewPr>
    <p:cSldViewPr>
      <p:cViewPr varScale="1">
        <p:scale>
          <a:sx n="80" d="100"/>
          <a:sy n="80" d="100"/>
        </p:scale>
        <p:origin x="146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9" d="100"/>
          <a:sy n="99" d="100"/>
        </p:scale>
        <p:origin x="-266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C1F03B7-E3BF-40F2-ADDC-6E1D7F1CA8D5}" type="datetimeFigureOut">
              <a:rPr lang="en-US" smtClean="0"/>
              <a:pPr/>
              <a:t>12/12/2023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FD3AD05-09B9-40E3-AE39-E644A0E36E75}" type="slidenum">
              <a:rPr lang="en-US" smtClean="0"/>
              <a:pPr/>
              <a:t>‹#›</a:t>
            </a:fld>
            <a:endParaRPr lang="en-US"/>
          </a:p>
        </p:txBody>
      </p:sp>
    </p:spTree>
    <p:extLst>
      <p:ext uri="{BB962C8B-B14F-4D97-AF65-F5344CB8AC3E}">
        <p14:creationId xmlns:p14="http://schemas.microsoft.com/office/powerpoint/2010/main" val="54139584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06T15:43:18.243"/>
    </inkml:context>
    <inkml:brush xml:id="br0">
      <inkml:brushProperty name="width" value="0.05292" units="cm"/>
      <inkml:brushProperty name="height" value="0.05292" units="cm"/>
      <inkml:brushProperty name="color" value="#FF0000"/>
    </inkml:brush>
  </inkml:definitions>
  <inkml:trace contextRef="#ctx0" brushRef="#br0">15654 6046 24575,'0'29'0,"0"1"0,0 11 0,0 3 0,0-3 0,0-1 0,0-1 0,0 4-656,0-1 1,0 5-1,0 1 1,0 0 0,0-4-165,0-4 1,0-2 0,0-1 0,0 3 182,0 3 1,0 1 0,0 1-1,0 2 1,0-1 636,0 2 0,0 1 0,0 1 0,0-1 0,0 1-545,0 0 1,0 1-1,0-1 1,0 1 0,0-2 544,0-1 0,0-1 0,0 0 0,0-1 0,0-3 0,0 1 0,0-2 0,0-2 0,0-2 236,0 0 1,0-3 0,0 1-237,0 7 0,0 2 0,0-5 0,0-2 0,0 0 0,0-5 0,0 2 0,0 0 0,0 14 0,0-2-383,0-12 1,0-1 382,0 13 0,0-3 3032,0-4-3032,0 9 0,0 1 0,0-23 0,0 1 1638,0 23 0,0 0-1270,0-23 1,0-1-369,0 9 0,0 0 0,0-10 0,0 0 0,0 5 0,0 1 790,0-1 0,0 0-790,0-2 0,0-1 0,0 0 0,0 0 0,0 22 0,-4 1 0,3-1 0,-1-16 0,0 0 0,2 16 0,0-16 0,0-1 0,0 8 1528,0 3-1528,0-9 0,0 4 0,0-8 0,0 3 1302,0-9-1302,0-4 984,0-4-984,0-8 74,0 0-74,0-3 0,3-3 0,-2-6 0,1 2 0,-2-5 0</inkml:trace>
  <inkml:trace contextRef="#ctx0" brushRef="#br0" timeOffset="1">15617 5998 24575,'10'9'0,"-1"-1"0,9 13 0,2 0 0,7 6 0,-1-2 0,1 2 0,-5-5 0,0 0 0,0 0 0,4-3 0,6 9 0,-9-15 0,0 3 0,-1 1 0,3 0 0,16 8 0,-19-10 0,0-1 0,12 8 0,-11-7 0,-1 0 0,1 4 0,7 3 0,-12-7 0,13 8 0,-9-5 0,9 6 0,0-1 0,-7-4 0,9 3 0,-10-3 0,5 4 0,-7-8 0,2 0 0,18 15 0,-1-4 0,-2-2 0,-19-7 0,6-4 0,-4 3 0,0-8 0,-4 4 0,3-4 0,-3 4 0,0-4 0,3 2 0,-7-4 0,4 1 0,-1-1 0,-5 1 0,4-4 0,-8 3 0,2-6 0,-3 3 0,-1-3 0,1 0 0,-2 2 0,-2 2 0,-2 2 0,0-3 0,0-1 0</inkml:trace>
  <inkml:trace contextRef="#ctx0" brushRef="#br0" timeOffset="2">16880 6914 24575,'0'13'0,"0"4"0,0 17 0,0 0 0,0 0 0,0 2 0,0 9 0,0-13 0,0 2 0,0 0 0,0-2 0,0 19 0,0-19 0,0 0 0,0 0 0,0-2 0,0 11 0,0-13 0,0 0 0,0 11 0,0-7 0,0 12 0,0-14 0,0 9 0,0-4 0,0 4 0,0 1 0,0 0 0,0-5 0,0 3 0,0-9 0,0 0 0,0 16 0,0-14 0,0 0 0,0 4 0,-3 3 0,2-7 0,-3-1 0,4-1 0,0-11 0,0 2 0,0-7 0,0-3 0,0-1 0,0-4 0,0 1 0,0 0 0,0 0 0,0 0 0,0 0 0,0 0 0,0 15 0,0-5 0,0 13 0,0-5 0,0-2 0,0 7 0,0-8 0,0 8 0,0-7 0,0 2 0,3-3 0,-2-4 0,5 5 0,-5-11 0,4 4 0,-4-9 0,1 0 0,-2 0 0,3-1 0,-2 1 0,1 0 0,-2 0 0,6 18 0,-4-3 0,7 16 0,-5-8 0,3 1 0,0-4 0,0-2 0,-3-6 0,2-2 0,-5-7 0,2 3 0,-3-5 0,0-4 0,0-14 0,0 5 0,0-8 0</inkml:trace>
  <inkml:trace contextRef="#ctx0" brushRef="#br0" timeOffset="3">16953 8972 24575,'-31'25'0,"11"-12"0,-6 10 0,9-9 0,-2 4 0,-13 8 0,8-3 0,-9 7 0,6-3 0,2 5 0,-2-1 0,-6 3 0,7-2 0,-3 1 0,1 4 0,8-13 0,-4 2 0,4-8 0,6-4 0,-8 11 0,8-10 0,-8 10 0,5-11 0,-1 3 0,1 0 0,4-3 0,-5 6 0,5-6 0,-8 3 0,7-4 0,-2 0 0,0 1 0,2-2 0,-6 2 0,6-1 0,-6 1 0,3-1 0,-4 1 0,0 3 0,0-2 0,-1 6 0,1-6 0,-1 6 0,5-10 0,-4 6 0,10-7 0,-4 1 0,7 1 0,-4-5 0,0 7 0,1-6 0,-1 6 0,3-4 0,-1 3 0,-9 9 0,5-7 0,-9 7 0,4-3 0,1-5 0,0 2 0,5-4 0,3-5 0,-2 2 0,5-3 0,-5 3 0,6-2 0,-3 2 0,3-1 0,0-1 0,2 1 0,-1-4 0,4 1 0,-1-5 0,2 3 0</inkml:trace>
  <inkml:trace contextRef="#ctx0" brushRef="#br0" timeOffset="4">15655 9871 24575,'0'17'0,"0"-2"0,0 11 0,0-9 0,0-1 0,0 6 0,0-3 0,0 1 0,0-5 0,0-5 0,0 0 0,0-2 0,0-2 0,0 3 0,0-3 0,0 3 0,0-3 0,0 0 0,0 3 0,0 0 0,0 1 0,0 2 0,0-5 0,0 2 0,0-4 0,0 4 0,0 1 0,0 3 0,0 2 0,0-4 0,0 0 0,0-2 0,0-5 0,0 1 0</inkml:trace>
  <inkml:trace contextRef="#ctx0" brushRef="#br0" timeOffset="5">16915 7846 24575,'51'0'0,"-10"0"0,-9 0 0,-1 0 0,13 0 0,-4 0 0,1 0 0,2 0 0,-15 0 0,0 0 0,19 0 0,2 0 0,-5 0 0,-3 0-2754,10 0 2754,-2 0 0,-1 0 0,-6 0 0,-15 0 0,0 0 446,21 0-446,-11 0 0,-6 0 0,1 0 0,12 0 0,-15 1 0,-2 1 0,4-1 551,3 2-551,-4-3 0,-5 0 0,4 0 1402,-7 0-1402,2 0 355,-6 0-355,1 0 0,-5 0 0,2 0 0,-3 0 0,-3 0 0,-1 0 0,-3 0 0,-1 0 0,1 0 0,-2 3 0,-2-2 0,-2 1 0</inkml:trace>
  <inkml:trace contextRef="#ctx0" brushRef="#br0" timeOffset="6">18986 5878 24575,'25'0'0,"10"0"0,4 0 0,-11 0 0,1 0-1093,4 0 1,3 0 0,-2 0 1039,-1 1 1,-2-2 52,2 0 0,2-2 0,14 1 0,1-1 0,-17-2 0,0 1 0,8 1 0,1 0 0,-5-1 0,-2 0 223,7-1-223,-5 1 0,-1-1 0,1 0 0,-8-1 0,1 0 0,14 0 0,-14 0 0,1-1 0,20-1 0,-1 3 0,-25-1 0,1 1 0,24 3 0,-8-4 0,0 1 0,7 4 0,0-6 0,1 1 0,1 4 0,-11-3 0,2 1 0,-10 3 0,0 2 0,1-1 0,-1 0 0,19 0 0,-20 0 0,-2 0 0,7-3 0,-8 1 0,2-1 0,12-5 0,-3 0 0,9-3 655,-22 6-655,13-9 0,-9 9 0,5-7 1697,-6 5-1697,1-1 709,-5 1-709,0 0 98,-4 3-98,-4-2 0,3 6 0,-10-3 0,6 3 0,-6 0 0,-1 0 0,0 0 0,-3 0 0,0 0 0,3 0 0,-2 0 0,1 0 0,-2 0 0,0 0 0,0 0 0,0 0 0,0-3 0,3 2 0,-3-1 0,3 2 0,0 0 0,-2 0 0,5 0 0,3 0 0,-4 0 0,11 0 0,-6 0 0,2 0 0,0 0 0,-5 0 0,-3 0 0,-2 0 0,-2 0 0,0 0 0,0 0 0,-3 2 0,0-1 0,-3 2 0</inkml:trace>
  <inkml:trace contextRef="#ctx0" brushRef="#br0" timeOffset="7">21699 5693 24575,'0'39'0,"0"-3"0,0 7 0,0 2 0,0-14 0,0 1-1093,0 9 1,0 5 0,0-3-93,0-1 1,0 2 1184,0-2 0,0 7 0,0-1 0,0-4 0,0-8 0,0-3 0,0 3 0,0 1 0,0 2 0,0 2 0,0-2 0,0 10 0,0 0 0,0-2 0,0-8 0,0-2 0,0 3 0,0-2 0,0 1 0,0 2 0,0-1 0,0 0 0,0 1 0,0-1 0,0-1 0,1 3 0,-1-2 0,-1 3 0,0-2 0,0 2 0,0 0 0,-1-5 0,2 6 0,-1-1 0,0-2 0,-1 1 0,0-3-463,2-7 1,0 1 462,1 8 0,-1 5 0,-1-5 63,0-10 0,-1-2-63,2 21 0,-1 0 0,-5-20 0,0-1 0,5 18 0,0 0 0,-3-18 0,0 1 0,3 3 0,2 4 0,-1-3 0,0-2 0,0-1 0,0 12 0,0 2 0,0-6 0,0-3 0,0-6 0,0 0 0,0 16 0,0-1 0,0 4 0,0-4 0,0 1 0,0-19 0,0 0-253,0 7 0,0 0 253,0-5 0,0-1 0,0 3 0,0-1 0,0-4 0,0 0 0,0 25 0,0-7 0,0-4 2190,0-1-2190,0 1 0,0 0 0,0-1 0,0 1 0,0 4 0,0-3 0,0 3 0,0-4 0,0-5 2162,0-1-2162,0 0 1640,3-3-1640,-2 8 729,2-12-729,-3 0 230,0-10-230,0-8 0,0 3 0,0-6 0,0 3 0,0-6 0,0 0 0</inkml:trace>
  <inkml:trace contextRef="#ctx0" brushRef="#br0" timeOffset="8">18909 6030 24575,'0'21'0,"0"8"0,0 1 0,0 2 0,0 15-1088,0-10 1,0 1 1087,0 13 0,0-23 0,0 1 0,0 13 0,0 1 0,0-9 0,0 0-630,0 11 1,0 1 629,0-11 0,0-1 0,0-1 0,0-2 435,0 18-435,0-23 0,0 0 0,0 5 0,0 1-351,0 1 1,0 1 350,0-3 0,0 0-58,0 8 0,0-1 58,0 10 0,0-12 0,0 6 0,0-5 0,0-7 0,0 1-52,0 7 0,0 6 0,0-7 52,0 11 0,0-5 0,0 0 0,0-16 0,0-2 172,0 6 1,0 1-173,0 8 0,0-1 0,0-8 0,0 0 53,0 6 0,0-1-53,0 9 0,0-3 0,0 1 0,-4 6 0,2-9 0,0 0 0,-3-1 0,3-11 0,1 0 0,1 11 0,0-4 0,0 0 0,0 0 0,0 2 0,0 2-57,0-10 1,0-1 56,0 12 0,0 2 0,0-7 0,0-1 0,0 4 0,0-2 0,0-9 0,0 0 0,0 8 0,0 1 0,0 1 0,0-1 0,0-6 0,0 2 0,0 17 0,0 0 0,0-18 0,0 0 0,0 8 0,0 3 0,0-1 0,0 3 0,0 2 0,0 4 0,0 4 0,0-5 0,0-10 0,0-2 6,0 1 1,0 3-1,0-6-6,0-7 0,0-2 0,0 5 0,0 1-120,0-4 1,0 0 119,0 13 0,0 2 586,0-16-586,0 2 1244,0-12-1244,0-1 1733,0-3-1733,0 0 291,0 0-291,0-1 0,0-2 0,0 2 0,0-5 0,0 2 0,0-4 0,0 1 0,0 0 0,0 0 0,0-3 0,0 0 0</inkml:trace>
  <inkml:trace contextRef="#ctx0" brushRef="#br0" timeOffset="9">18893 10374 24575,'21'0'0,"-1"0"0,5 0 0,2 0 0,5 0 0,-2 0 0,1 0 0,4 0 0,9 0 0,2 0-955,-18 0 1,0 0 954,0 0 0,1 0 0,2 0 0,0 0 0,1 0 0,-1 0 0,1 0 0,-2 0 0,18 0 0,-16 0 0,1 0 0,16 0 0,-18 0 0,1 0 0,-1 0 0,-1 0 0,17 0 308,-20 1 0,0-2-308,4-1 0,-1 0 0,19 1-136,-19-2 0,-1-1 136,10 3 0,-2-4 0,1-1 0,10 5 0,-10-4 0,-1-1 0,3 2 0,-1-1 0,1-2 0,-1 6 0,1-6-49,-5 6 49,3-2 946,-7 3-946,3 0 0,-8 0 0,2 0 614,-2 0-614,4 0 54,-5 0-54,4 0 0,-3 0 0,3 0 0,18 0 0,-13 0 0,14 0 0,-19 0 0,-3 0 0,3 0 0,-8 0 0,8 0 0,-11 0 0,10 0 0,-14 0 0,10 3 0,-7-2 0,4 5 0,0-5 0,-1 2 0,1-3 0,0 3 0,4-3 0,0 3 0,1-3 0,-2 0 0,-3 4 0,0-4 0,5 3 0,-4-3 0,1 0 0,-1 0 0,-8 0 0,5 0 0,-7 0 0,-2 0 0,2 0 0,-2 0 0,3 0 0,-1 0 0,-2 0 0,-1 0 0,-3 0 0,0 0 0,0 0 0,0 0 0,-1 0 0,-1 0 0,-2 0 0</inkml:trace>
  <inkml:trace contextRef="#ctx0" brushRef="#br0" timeOffset="10">21711 9950 24575,'0'17'0,"0"3"0,0 24 0,-3-13 0,2 17 0,-5-24 0,5-3 0,-5-4 0,5 0 0,-2-8 0,1 0 0,1-3 0,-1 0 0,2 0 0,0 0 0,0 0 0,0 0 0,0-1 0,-3 7 0,2-5 0,-1 4 0,-1-5 0,2 3 0,-4 0 0,4 1 0,-2 2 0,3-6 0,0 3 0,-2-3 0,1-1 0,-2-1 0,3-2 0</inkml:trace>
  <inkml:trace contextRef="#ctx0" brushRef="#br0" timeOffset="11">21671 7500 24575,'5'0'0,"14"0"0,0 0 0,17 0 0,-5 0 0,-5 0 0,16 0 0,-23 0 0,23 0 0,-20 0 0,12 0 0,-3 0 0,3 0 0,0 0 0,1 0 0,0 0 0,4 0 0,-9 0 0,4 0 0,1 0 0,-5 0 0,4 0 0,-4 0 0,0 0 0,-1 0 0,-3 0 0,2 0 0,-2 0 0,13 0 0,-11 0 0,6 0 0,-14-3 0,1-1 0,0-3 0,-1 4 0,1-4 0,0 7 0,4-3 0,-4 3 0,4 0 0,0 0 0,-4 0 0,21 0 0,-8 0 0,10 0 0,-5 0 0,-7 0 0,2 0 0,8 0 0,-8-2 0,-3 0 0,-1 1 0,-5-2 0,0 0 0,-4 2 0,-4-2 0,3 0 0,-7 2 0,1-2 0,-2 0 0,-6 3 0,6-3 0,-5 0 0,2 2 0,-3-1 0,0 2 0,-3 0 0,0 0 0</inkml:trace>
  <inkml:trace contextRef="#ctx0" brushRef="#br0" timeOffset="12">21177 7384 24575,'0'6'0,"0"-1"0,0 10 0,-6-4 0,2 8 0,-5-7 0,3-2 0,2-1 0,-1 0 0,4-3 0,-1 3 0,2-4 0,0 4 0,0-3 0,0 15 0,0-9 0,0 14 0,0-9 0,0 4 0,0-1 0,0 1 0,0-4 0,0 3 0,2-9 0,4 4 0,1-5 0,5 0 0,-2-1 0,3-3 0,0 1 0,5 2 0,-7-2 0,7 2 0,-11-6 0,5 0 0,-3-3 0,4 0 0,0 0 0,0 0 0,-1 0 0,1 0 0,3 0 0,-2 0 0,2 0 0,1-3 0,-4-1 0,4-2 0,-5-4 0,4 1 0,-3-1 0,-1 3 0,-3 2 0,-3 2 0,0-3 0,-3 0 0,3 0 0,-6 0 0,3 0 0,-3 0 0,0 0 0,0-3 0,0-1 0,0-6 0,0-7 0,0 1 0,0-1 0,0 3 0,0 3 0,0-4 0,-3 4 0,-4-3 0,3 6 0,-8-12 0,7 11 0,-4-10 0,2 11 0,0-2 0,4 6 0,-3-2 0,3 5 0,-3-2 0,-3 3 0,2 0 0,-2 2 0,0-1 0,2 1 0,-11-5 0,7 5 0,-11-2 0,8 4 0,-2 1 0,0-2 0,2 3 0,-6 0 0,6 0 0,-8 0 0,11 0 0,-4 0 0,9 0 0,0 0 0,1 0 0,1 3 0,2 0 0,2 3 0,0 0 0,0-1 0,0 1 0,0 0 0,0 0 0,0 0 0,0-3 0,0 0 0</inkml:trace>
  <inkml:trace contextRef="#ctx0" brushRef="#br0" timeOffset="13">21437 7648 24575,'9'6'0,"4"12"0,-3-10 0,2 13 0,-6-15 0,0 3 0,6 3 0,-5-5 0,5 5 0,-6-6 0,0 3 0,0-2 0,0 2 0,0-4 0,-1 1 0,-1 0 0,4 3 0,-7-3 0,7 3 0,-8-3 0,6-3 0,-6 2 0,3-2 0,-1 1 0,-1 1 0,2-4 0,-3 1 0</inkml:trace>
  <inkml:trace contextRef="#ctx0" brushRef="#br0" timeOffset="14">19147 6606 24575,'0'10'0,"0"-1"0,0 3 0,0 2 0,-3 15 0,-1 3 0,-1 7-566,-1-2 0,1 1 566,0 8 0,-2 4 0,6 1 0,-3-6 86,4 0-86,0-10 0,0-5 0,-3-5 0,2-11 0,-2 1 846,3-8-846,0 2 200,0-3-200,0 0 0,0-6 0,0 2 0,0-5 0</inkml:trace>
  <inkml:trace contextRef="#ctx0" brushRef="#br0" timeOffset="15">19168 6704 24575,'13'0'0,"13"0"0,-3 0 0,9 0 0,-4 0 0,3 0 0,-7 0 0,1 0 0,-3 0 0,-10 0 0,6 0 0,-5 0 0,-6 0 0,9 0 0,-10 0 0,6 0 0,-2 0 0,3 0 0,-1 0 0,-2 0 0,-1 0 0,0 0 0,3 5 0,2 0 0,-2 3 0,0-1 0,-5-1 0,7 3 0,-6-3 0,6 6 0,-7-5 0,2 5 0,-3-3 0,1 4 0,-1 0 0,0 0 0,1-1 0,-4 1 0,0 0 0,-3 0 0,0 3 0,0 10 0,0-3 0,0 11 0,0-8 0,0-1 0,0 4 0,0-3 0,-3-1 0,-7 22 0,1-24 0,-7 19 0,9-28 0,-6 6 0,5-3 0,-4 0 0,1 3 0,-2-6 0,0 2 0,0-3 0,-3 0 0,2-3 0,-6 3 0,6-6 0,-6 6 0,7-6 0,-7 3 0,3-3 0,-1-1 0,-1 1 0,5-3 0,-3-1 0,5-3 0,-1 0 0,3 0 0,-2 0 0,2 0 0,-3 0 0,1 0 0,2 0 0,-2 0 0,2 0 0,0 0 0,-2 0 0,5 0 0,-2 0 0,3 0 0,0 0 0,3-3 0,-2 2 0,2-1 0,-3-1 0,-3 2 0,-1-4 0,1 2 0,3 0 0,3 0 0</inkml:trace>
  <inkml:trace contextRef="#ctx0" brushRef="#br0" timeOffset="16">19131 7074 24575,'0'12'0,"0"18"0,0-13 0,0 16 0,0-16 0,0 4 0,0-4 0,0 7 0,0-13 0,0 9 0,0-11 0,0 4 0,0-4 0,0 0 0,0-3 0,0 0 0,0-1 0,0 1 0,0 0 0,0 3 0,0 1 0,0 8 0,0-4 0,0 2 0,0-4 0,-6-5 0,4 2 0,-3-3 0,5 0 0,0-3 0,0 0 0</inkml:trace>
  <inkml:trace contextRef="#ctx0" brushRef="#br0" timeOffset="17">18909 9739 24575,'13'0'0,"6"0"0,-5 3 0,4 3 0,1 1 0,-8 2 0,4-3 0,-6-3 0,-2 0 0,5 3 0,3-2 0,-4 2 0,7 0 0,-8-3 0,0 4 0,2-4 0,-3 3 0,4-3 0,-3 1 0,-1 1 0,0-1 0,-3-1 0,3 2 0,-3-1 0,3-1 0,-2 2 0,2-2 0,-4 1 0,1 1 0,0-4 0,0 1 0,0-2 0,0 3 0,0-3 0,0 3 0,-3 0 0,2-3 0,-7 3 0,-2 0 0,-5 0 0,-19 10 0,11-6 0,-14 9 0,14-9 0,-4 6 0,0-2 0,0 3 0,0 3 0,0-5 0,3 4 0,-2-8 0,7 4 0,-7-5 0,6 5 0,-2-4 0,-1 4 0,-2 4 0,1-1 0,0 0 0,-1 3 0,8-10 0,-4 7 0,9-9 0,0 0 0,0-3 0,3 2 0,0-4 0,3 1 0</inkml:trace>
  <inkml:trace contextRef="#ctx0" brushRef="#br0" timeOffset="18">18903 9974 24575,'-16'0'0,"2"0"0,-6 0 0,-10 0 0,2 0 0,-7 3 0,6-2 0,4 8 0,-5-7 0,4 7 0,-7-8 0,6 6 0,-16 0 0,2 5 0,7-1 0,-8 0 0,10 2 0,-4-4 0,-3 5 0,9-3 0,4-3 0,-3 2 0,8-3 0,-4 0 0,4 0 0,0 0 0,1 0 0,2 0 0,2-1 0,6 0 0,1-2 0,3-2 0,0-2 0,3 3 0,0-2 0,3 1 0</inkml:trace>
  <inkml:trace contextRef="#ctx0" brushRef="#br0" timeOffset="19">16880 10504 24575,'0'27'0,"0"-9"0,0 14 0,0-12 0,0-6 0,0 10 0,0-12 0,0 5 0,-2-11 0,1 0 0,-2 2 0,3-1 0,0 1 0,0-2 0,0 0 0,0 0 0,3 11 0,0-8 0,4 11 0,-1-13 0,0 2 0,0-3 0,-1 0 0,1 0 0,-2-1 0,1 1 0,1 0 0,0 0 0,3 0 0,-3-3 0,0 0 0,-3-1 0,2-1 0,-2 4 0,3-4 0,0 4 0,0-4 0,0 4 0,0-4 0,0 4 0,-1-4 0,1 1 0,0 1 0,-2 0 0,3 0 0,-3 0 0,5-3 0,-1 0 0,-1 0 0,1 0 0,-2 0 0,0 0 0,3 0 0,-3 0 0,3 0 0,-4 0 0,1 0 0,0 0 0,0 0 0,0-3 0,0-3 0,0-1 0,3-2 0,1 0 0,0-1 0,2 0 0,-5-2 0,2 2 0,-3 0 0,3 1 0,-2 3 0,1 3 0,-5-2 0,0 1 0,-3-2 0,0 0 0,0 0 0,0 0 0,0 3 0,0 0 0</inkml:trace>
  <inkml:trace contextRef="#ctx0" brushRef="#br0" timeOffset="20">16974 10483 24575,'-3'4'0,"-6"3"0,-1-5 0,-2 3 0,3-2 0,0 0 0,5 3 0,-3-3 0,6 2 0,-2-2 0,1 1 0,1-2 0,-2-2 0</inkml:trace>
  <inkml:trace contextRef="#ctx0" brushRef="#br0" timeOffset="21">17075 10326 24575,'0'9'0,"14"15"0,-7-4 0,16 17 0,-15-22 0,4 2 0,-6-11 0,-1 0 0,1 0 0,-2 0 0,1 3 0,-2-2 0,4 5 0,-1-6 0,0 6 0,0-2 0,0 3 0,1-1 0,-1 1 0,4 3 0,-3-2 0,3 2 0,-1-3 0,-2-3 0,2-1 0,-3 0 0,-3-3 0,0 3 0,0-5 0,-3 1 0,5-2 0,-1 3 0,-1 0 0,2 0 0,-2 0 0,3-1 0,0 1 0,0 3 0,0 1 0,-2-1 0,1-3 0,-4-3 0,1-3 0</inkml:trace>
  <inkml:trace contextRef="#ctx0" brushRef="#br0" timeOffset="22">17311 10117 24575,'0'6'0,"0"10"0,10 13 0,-5 3 0,16 11 0,-15-20 0,11 9 0,-8-5 0,5 9 0,-2-8 0,-2-3 0,-4-12 0,0 0 0,1 5 0,-1-7 0,0 7 0,0-9 0,-2 1 0,4 2 0,-3-2 0,4 3 0,0-1 0,-2-2 0,2 2 0,-3-5 0,0 5 0,0-6 0,0 3 0,0-3 0,3 6 0,-2-5 0,-1 5 0,-1-7 0,-4 1 0,4-2 0,-5 1 0,6-5 0,-6 3 0,3-3 0</inkml:trace>
  <inkml:trace contextRef="#ctx0" brushRef="#br0" timeOffset="23">17618 10040 24575,'0'6'0,"0"6"0,0-4 0,0 15 0,0-15 0,-3 32 0,-1-17 0,-7 15 0,4-16 0,-7 1 0,6-1 0,-2 4 0,3-1 0,0-1 0,0-2 0,-1 8 0,-2-3 0,5-7 0,-4 0 0,5-7 0,-2 0 0,2 0 0,1-4 0,3-3 0,0 0 0,0-1 0,0-4 0,0-7 0,3-1 0,0-7 0,6 7 0,1-6 0,3 6 0,3-2 0,24-7 0,-14 6 0,17-3 0,-22 10 0,0 0 0,5 2 0,-4-2 0,1 3 0,-7 0 0,0 0 0,-2 0 0,2 0 0,1 0 0,-4 0 0,4 0 0,-1 3 0,-3-2 0,4 2 0,-5-3 0,4 2 0,-3-1 0,0 2 0,-4-3 0,-4 0 0,-1 2 0,-2 5 0,1 6 0,-2-5 0,2 1 0</inkml:trace>
  <inkml:trace contextRef="#ctx0" brushRef="#br0" timeOffset="24">20158 5926 24575,'0'9'0,"0"6"0,0 0 0,0 0 0,0 3 0,0-7 0,0 7 0,0-2 0,0-2 0,0 2 0,0-3 0,0 0 0,0 0 0,0-1 0,0 4 0,0-3 0,0-1 0,0 0 0,0-5 0,0 5 0,0-5 0,0 8 0,3-4 0,-2 5 0,2 0 0,0 2 0,0 8 0,1-4 0,-1 1 0,-3-7 0,3 3 0,-2-2 0,1 6 0,-2-2 0,0 3 0,0 2 0,0 4 0,0-1 0,0 1 0,0-4 0,0-2 0,0-7 0,0-3 0,0-2 0,0-6 0,0 3 0,0-5 0,0-2 0</inkml:trace>
  <inkml:trace contextRef="#ctx0" brushRef="#br0" timeOffset="25">20191 6045 24575,'13'0'0,"12"2"0,-1 2 0,23 9 0,-26-5 0,10 1 0,-15-3 0,-2-2 0,2 0 0,-3-1 0,11-1 0,-12-1 0,12 2 0,-15-3 0,9 3 0,-4-3 0,1 3 0,-3 0 0,-5-3 0,2 6 0,-3-6 0,0 3 0,0 0 0,-3 0 0,2 0 0,-4 2 0,1-1 0,-2 2 0,0-1 0,0 1 0,0 0 0,0 0 0,0 6 0,0-5 0,0 11 0,0-7 0,0 9 0,0-3 0,0 3 0,0 1 0,-6 4 0,1-4 0,-6 4 0,5-4 0,-1-1 0,0-2 0,0 1 0,0-5 0,1 2 0,-4-6 0,3 2 0,-2-5 0,3 5 0,-3-5 0,-4 5 0,-4-5 0,1 2 0,-10-2 0,11-1 0,-7-2 0,6 2 0,-2-6 0,1 3 0,1-3 0,-1 0 0,4 0 0,-4 0 0,1 0 0,2 0 0,-2 0 0,6 0 0,-2 0 0,5 0 0,-2 0 0,3 0 0,1-2 0,1-2 0,2-1 0,-1-1 0,5 2 0,2 2 0,5 4 0,21 5 0,-10 1 0,20 5 0,-18-2 0,16 8 0,-22-8 0,8 4 0,-18-9 0,3 2 0,-3-1 0,3-1 0,8 5 0,-8-7 0,11 8 0,-10-6 0,-1 0 0,3 1 0,-5-4 0,2 3 0,-3-6 0,-3 5 0,2-4 0,-1 2 0,1-3 0,1 2 0,3 2 0,-3 1 0,6-1 0,-2 1 0,-1-1 0,0 2 0,-3-3 0,0 2 0,0-4 0,0 1 0,0 1 0,-3 0 0,2 3 0,-2 0 0,6 3 0,-3-3 0,3 3 0,-6-4 0,2-1 0,-4 1 0,4-4 0,-1 1 0,1-2 0,1 0 0,0 0 0,-3 0 0,0 0 0</inkml:trace>
  <inkml:trace contextRef="#ctx0" brushRef="#br0" timeOffset="26">20212 6579 24575,'0'9'0,"0"12"0,0-6 0,0 21 0,0-21 0,0 10 0,0-16 0,0 3 0,0-5 0,0 2 0,0-3 0,0 0 0,0-1 0,0 1 0,0 0 0,0 0 0,0 5 0,0-1 0,0 2 0,0-3 0,0-3 0,0 0 0,0 0 0,0 0 0,-5 5 0,3 0 0,-3 4 0,2-2 0,-1 2 0,1-5 0,0 1 0,3-8 0,0 0 0</inkml:trace>
  <inkml:trace contextRef="#ctx0" brushRef="#br0" timeOffset="27">20208 5789 24575,'0'-13'0,"0"-9"0,0 2 0,0-5 0,0-2 0,0 0 0,0-23 0,0 24 0,0 5 0,0 4 0,0 8 0,0 0 0,0 3 0,0-3 0,0-1 0,0-6 0,0-6 0,0-8 0,0-5 0,-4-15 0,3 12-391,-1 9 1,0 0 390,2-14 0,0 2 0,0-2 0,0 14 0,0 1 0,0-9 0,0 0 0,0-12-211,0 8 211,0 1 0,0 6 0,0-13 0,0 17 0,0-17 0,0 26 0,-3-4 0,3 8 0,-3-3 773,0 9-773,2-4 219,-1 8-219,2-2 0,0 3 0,0 0 0,-3 3 0,2 0 0,-1 3 0</inkml:trace>
  <inkml:trace contextRef="#ctx0" brushRef="#br0" timeOffset="28">18244 7893 24575,'0'-9'0,"0"-4"0,0-14 0,0 4 0,0-11 0,0 9 0,0-5 0,-1 4 0,-1 0 0,2-10 0,-3-12 0,3 20 0,0 2 0,0-4 0,0 0 0,0 5 0,0-4 0,0 7 0,0-2 0,0 6 0,0 2 0,0 0 0,0 2 0,0 1 0,0-5 0,0 7 0,0-11 0,0 8 0,0-6 0,0 3 0,0-4 0,0 4 0,-4-3 0,4 6 0,-3 1 0,0 1 0,2 6 0,4 0 0,4 3 0,28 0 0,-13-1 0,17 0 0,-18 1 0,-1 3 0,1-3 0,0 2 0,-1-2 0,1 3 0,4 0 0,-4 0 0,4 0 0,9-3 0,-10 2 0,14-2 0,-20 3 0,6 0 0,-11 0 0,7 0 0,-6 0 0,2 0 0,6 0 0,-10 0 0,9 0 0,-11 0 0,3 0 0,-1 0 0,-2 0 0,-1 0 0,-3-3 0,0 2 0,0-1 0,0 2 0,0 0 0,-1 0 0,1 0 0,0 0 0,0 0 0,0 0 0,0 0 0,0 0 0,0 0 0,-3 0 0,-1 0 0</inkml:trace>
  <inkml:trace contextRef="#ctx0" brushRef="#br0" timeOffset="29">15539 7051 24575,'-13'0'0,"-12"0"0,-3 0 0,-21 0 0,12 0 0,-2 0 0,10 0 0,-5 0 0,14 0 0,-17 0 0,14 0 0,-11 0 0,4 0 0,-5 0 0,6 0 0,-1 0 0,0 0 0,1 0 0,-1 0 0,0 3 0,1-2 0,3 5 0,-3-5 0,7 2 0,-6-3 0,6 0 0,-3 0 0,4 0 0,-3 0 0,2 0 0,-7 0 0,3 3 0,-3-2 0,-1 2 0,-4-3 0,3 0 0,-3 0 0,4 0 0,1 0 0,-1 0 0,0 0 0,1 0 0,3 0 0,-3 4 0,7-3 0,-2 5 0,-10-2 0,10 3 0,-10-4 0,13 0 0,0 1 0,0-4 0,1 3 0,-1-3 0,4 3 0,-3-2 0,3 2 0,-4-3 0,-6 0 0,9 0 0,-4 0 0,6 0 0,3 0 0,0-3 0,4 2 0,6-1 0,0 2 0</inkml:trace>
  <inkml:trace contextRef="#ctx0" brushRef="#br0" timeOffset="30">22677 7497 24575,'0'0'0</inkml:trace>
  <inkml:trace contextRef="#ctx0" brushRef="#br0" timeOffset="31">23230 7534 24575,'0'6'0,"-6"5"0,-4 0 0,-18 7 0,7-10 0,-6 1 0,14-9 0,3 0 0,1 0 0,6-3 0,0 0 0,3-6 0,0 3 0,0-3 0,0 3 0,0 0 0,3 3 0,-3-2 0,3 1 0,-3-1 0,0-1 0,0 0 0,0 0 0,0 0 0,0 0 0,0-3 0,0 2 0,3-2 0,-3 3 0,3 0 0,-1 0 0,-1 0 0,4 3 0,-4-2 0,4 4 0,-1-2 0,1 3 0,-1 3 0,-2 0 0,1 0 0,-2 3 0,1-3 0,-2 3 0,0 0 0,0 0 0,0-1 0,0 1 0,0 0 0,0 0 0,0 0 0,0 0 0,0 0 0,0 0 0,0 0 0,0-1 0,-2-1 0,-2-2 0,1-4 0,0-2 0,3-2 0,-2-2 0,1 1 0,-2-1 0,3 2 0,0 0 0,0 0 0,0 0 0,0 0 0,0 0 0,0 0 0,0-6 0,0-2 0,-3-10 0,2 3 0,-6-12 0,6-4 0,-6-3 0,3-5 0,0 1 0,-3 3 0,2-4 0,1 10 0,-3-3 0,6 11 0,-3-6 0,4 7 0,-3 0 0,2-2 0,-5-7 0,2 7 0,0 2 0,-1-1 0,-3-12 0,2 6 0,0-3 0,2 9 0,-1 1-274,-3-4 1,1 1 273,-2-21 0,-3 5 0,4-1 0,0 1 0,0 6 0,0-1 0,0 1 0,3 3 0,-2-2 0,5 9 0,0 0 0,-6-16 0,3 6 0,1 0 0,0 0 0,2 10 0,0-1 0,-1 0 0,1 1 0,1-21-960,-1 5 1,0-1 959,-1 17 0,2 1 0,0-9 0,1-2 0,-5-1 0,1 1 0,3 5 0,1 0-467,-2-2 0,-1 0 467,1 2 0,0 2 0,2 6 0,-1 0 0,-3-6 0,0 1 0,4 4 0,-1 2 0,-6-25 0,6 15 0,-3 1 468,1 8-468,2 1 1869,-5-1-1869,5 7 1063,-2 0-1063,3 3 0,0 6 0,0-10 0,-3 3 0,3-8 0,-4-1 0,4-4 0,0 1 0,0-1 0,0-4 0,0-1 0,0-5 0,0-4-414,0 3 414,0-8 0,0 17 0,0-1 0,0 0 0,0 0 0,0 2 0,0 0 0,1 1 0,-2 0 0,0-6 0,-1 0 0,-2-13 0,1 7 0,-1 3 0,-3 18 0,0-10 0,4 21 0,-2 1 0,4 0 0,-5 0 0,6 2 414,-6-5-414,3 5 0,-4-2 0,4 3 0,-2 0 0,4 0 0,-4 3 0,2 0 0,-1 3 0,2 0 0</inkml:trace>
  <inkml:trace contextRef="#ctx0" brushRef="#br0" timeOffset="32">22740 3840 24575,'-13'0'0,"-9"0"0,3 0 0,-11 0 0,4 0 0,-8 0 0,-1 0 0,7 0 0,-2 0 0,-18 0-429,16 0 1,0 0 428,-18 0 0,-1 0 0,23 0 0,0 0 0,-10 0 0,-1 0 0,1 0 0,4 0 0,-14 0 0,0 0 0,10 0 0,3 0 0,-2 0 0,7 0 0,1 0 0,-16 0 0,1-1 0,-2-2 0,13 0 0,1 0-616,-7-1 1,-1-1 615,3 1 0,1-1 0,7 1 0,1-1 0,-3 1 0,-1-1 0,1 1 0,0-1 0,0 1 0,-1 0 0,-2-1 0,0 0 0,-1-1 0,0-1 0,-5 2 0,-2-1-910,4-1 1,-1 0 909,-4 2 0,-2 0 0,4 2 0,-1 1 0,-3 0 0,1 0 0,2 1 0,0 2 0,1-1 0,1 0 0,2 0 0,0 0-597,0 0 1,1 0 596,2-1 0,0 2 0,-15 5 0,2 0 0,20-5 0,1 1 0,-16 6 0,3 0 545,3-3-545,-3 2 1066,10 4-1066,12-6 1865,-20 1-1865,-6-5 0,-5-2 0,9 1 0,-2 0-233,3 0 1,-3 0 0,4 0 232,1 0 0,0 0 0,-5 0 0,-4 0 0,2 0 0,9 0 0,2 0 0,-3 0-915,-14 0 0,-3 0 1,3 0 914,13 0 0,3 0 0,0 0 0,-14-1 0,-1 2 0,2 1 0,-2 2 0,2-1 0,10-2 0,3-1 0,-3 1 0,-8 3 0,-2 2 0,2-2 0,-8-4 0,3 1-899,4 1 1,1 0 898,-3 0 0,-1 0 0,1-1 0,0 0 0,3 3 0,-1 0 0,-2-1 0,0 0 0,5-1 0,3 1-588,7 1 0,0 0 588,-10-1 0,2 0 0,-6 1 0,-2 1 0,1 0 0,21-3 0,2 1 0,-18 1 0,0 1 277,14 0 1,0-1-278,-5-1 0,-1-1 0,1 0 0,0 0 0,2 0 0,0 0 0,-5-2 0,0 1 0,3 3 0,-2 0 0,3-2 0,-3-1 0,2 1 0,-7 3 0,0 0 340,6-2 1,0 0 0,1 0-341,-1 0 0,1 0 0,-3 1 0,0 0 0,5-2 0,0 1 0,-5 3 0,0 1 436,5-2 0,0 0-436,-5 2 0,0 0 0,5 0 0,0-1 0,-6-1 0,2 0 0,9 1 0,0 1 0,-14 0 0,-2 0 0,0 0 0,1 0 0,-5 0 0,0 1-44,0-1 1,2-1 43,11-1 0,0-1 0,-14 3 0,0-1 0,15-1 0,0 0 76,-9 1 0,0 0-76,10-3 0,3-1 0,-14 1 0,7 0 0,0-1 0,-3-1 0,4 3 0,0 0 0,-9-3 925,-5 3-925,19-3 0,2-2 0,-3 1 0,2 0 0,-1 0 0,-11 4 0,-5-3 0,1 6 0,17-4 0,-1-1 0,-15 2 0,18-1 0,-1 1 0,-11 0 1041,3 4-1041,-14 3 0,7-3 0,-2 3 0,6-3 0,3-1 1710,-1 1-1710,2 0 1121,0-1-1121,-10 4 0,7-6 0,-6 5 727,13-9-727,5 2 0,-4-3 0,-1 3 0,3-2 0,-2 3 0,4-4 0,-1 3 0,-3 1 0,-1 4 0,0-1 0,4 0 0,2 0 0,3 0 0,4 0 0,0-1 0,8 0 0,0 1 0,3-2 0,2 12 0,2-2 0,-2 14 0,-1-1 0,-2 1 0,-2 8-542,1-2 0,0 1 542,0 11 0,0-1 0,-1 4 0,5-21 0,1 0 0,-2 15 0,2-17 0,0-1 0,2 8 0,-6-8 0,3 15 0,0-12 0,1 14 0,0-13 0,-2 4 1084,1-7-1084,-3 6 0,3-3 0,-3-4 0,2 8 0,-1-4 0,5-3 0,-2 3 0,3-9 0,0 0 0,-3 3 0,2 2 0,-2 0 0,3 2 0,-3 11 0,2-6 0,-3 10 0,4-14 0,-3-3 0,3 3 0,-3-8 0,3 8 0,0-7 0,0 2 0,0-3 0,0-4 0,0 3 0,0-3 0,0 4 0,0 0 0,0-1 0,0 19 0,0-9 0,0 10 0,3-16 0,-3-3 0,6 0 0,-5-1 0,5 1 0,-5 0 0,5 0 0,-5-1 0,2 5 0,-3-3 0,3 6 0,-2-2 0,2 3 0,-3-3 0,0 3 0,0-4 0,0 5 0,0-4 0,0 2 0,0-6 0,0 3 0,0 9 0,0-10 0,0 9 0,0-12 0,0 0 0,0-1 0,0 1 0,0-4 0,0 3 0,0-3 0,0 0 0,0 0 0,0-4 0,0-1 0,0 1 0,0 0 0,3 0 0,-2-4 0,2 3 0,0-2 0,-3 0 0,3 2 0,0 0 0,-3 1 0,3 3 0,-3-7 0,0 0 0,0-3 0,0 0 0,0 0 0,3-3 0,-3 3 0,3-3 0,-3 3 0,0 0 0,0 3 0,0-3 0,0 6 0,0-5 0,0 2 0,0-3 0,0-1 0,3 1 0,-3 0 0,5-2 0,-1 1 0,2-2 0,-1 0 0,-1 3 0,1-6 0,-4 5 0,4-4 0,-2 2 0,3-3 0,0 0 0,0 2 0,0-1 0,2 2 0,-1-3 0,4 0 0,-4 0 0,2 0 0,0 2 0,-3-1 0,3 2 0,-3-3 0,3 0 0,-2 0 0,2 0 0,-3 0 0,0 0 0,-1 0 0,4 0 0,-2 0 0,2 0 0,0 0 0,-3 0 0,3 0 0,0 0 0,-2 0 0,2 0 0,-3 0 0,0 0 0,2 0 0,-1 0 0,1 0 0,-4 0 0,-2 0 0</inkml:trace>
  <inkml:trace contextRef="#ctx0" brushRef="#br0" timeOffset="33">16019 9919 24575,'0'20'0,"0"1"0,0 8 0,0 0 0,0-2-819,0 17 0,0 0 819,0-16 0,0 2 0,0 1 0,0 14 0,0 2 0,0-19 0,0 0 0,0 0 0,0 0 0,0 19 0,0-20 0,0 0 0,0 19 0,0 0 0,0 3 0,0-4 0,0 1 0,0 3 0,0-3 0,0-18 0,0 0 0,0 19 0,0-14 0,0-1 0,0 7 0,0 0 0,0 8 0,0-6 0,0-14 0,0-1-396,0 13 0,0 6 1,0-7 395,0 9 0,0-16 0,0-1 107,0-3 0,0-2-107,0 26 0,0-6 0,0-10 0,0-5 0,0-9 760,0-5-760,0-6 1344,0-1-1344,0-3 507,0 0-507,0-1 0,0-1 0,0-2 0</inkml:trace>
  <inkml:trace contextRef="#ctx0" brushRef="#br0" timeOffset="34">14991 12099 24575,'0'6'0,"0"17"0,0-6 0,0 34 0,0-26 0,0 14 0,0-18 0,0 0 0,0-1 0,0 5 0,0-3 0,0 2 0,0-3 0,0 0 0,0-4 0,0 3 0,0-7 0,0 4 0,0-5 0,0 14 0,0-7 0,0 11 0,0-5 0,0 1 0,0-1 0,0 4 0,0-7 0,3 6 0,-2-6 0,6 6 0,-6-6 0,5 3 0,-2-1 0,0 2 0,2 0 0,-2 12 0,3-14 0,0 9 0,-3-12 0,-1-4 0,0-3 0,-3-6 0,6 1 0,-3-5 0,5 1 0,-1-5 0,1 0 0,1 0 0,1 0 0,3 0 0,0 0 0,-1 0 0,7 0 0,-5 0 0,4 0 0,-8 0 0,-1 0 0,3 0 0,-2 0 0,2 0 0,0 0 0,-2 0 0,0 0 0,2 0 0,-6 0 0,3 0 0,0 0 0,0 0 0,1 0 0,-1 0 0,-4 0 0,-1 3 0,1-3 0,-2 3 0,0 2 0,0-3 0,-3 3 0</inkml:trace>
  <inkml:trace contextRef="#ctx0" brushRef="#br0" timeOffset="35">15657 12801 24575,'0'13'0,"0"1"0,3 16 0,1-7 0,3 3 0,-1-9 0,1-1 0,-4-2 0,3 2 0,-2 0 0,2-2 0,-2 6 0,2-7 0,-2 7 0,2-1 0,1-1 0,-1 0 0,-2-5 0,1-3 0,-2-1 0,1-3 0,1 0 0,-2-1 0,3 1 0,0 0 0,0 0 0,0-3 0,0 3 0,-1-6 0,1 3 0,0-3 0,0 0 0,0 0 0,0 0 0,0 0 0,0 0 0,-1 0 0,1 0 0,0 0 0,0 0 0,0-3 0,0-7 0,7-10 0,-5-6 0,8-1 0,-5-2 0,1 3 0,1 1 0,-5 0 0,2 4 0,-3 0 0,0 1 0,-4 2 0,0 2 0,-3 0 0,0 2 0,0-6 0,0 6 0,0-2 0,0 3 0,0 0 0,0 1 0,0 2 0,0 1 0,0 0 0,-8-7 0,3 2 0,-10-1 0,-1 3 0,2 4 0,-8-1 0,8 5 0,-6-2 0,3 5 0,0-2 0,-3 3 0,-1 0 0,-1 0 0,-3-3 0,4 2 0,1-2 0,-1 3 0,0 0 0,4 0 0,1 0 0,6 0 0,1 0 0,3 0 0,0 0 0,3 3 0,-3 0 0,3 3 0,0 3 0,-3-3 0,6 3 0,-3-4 0,3-1 0,0-2 0</inkml:trace>
  <inkml:trace contextRef="#ctx0" brushRef="#br0" timeOffset="36">16527 12792 24575,'-13'3'0,"0"1"0,-9 8 0,4-4 0,-5 4 0,3-5 0,3 0 0,-4 0 0,4-1 0,0-2 0,4-1 0,1-3 0,2 0 0,1 0 0,0 0 0,2 2 0,-2-1 0,3 2 0,0-3 0,0 0 0,0 2 0,0-1 0,0 4 0,0-2 0,-3 4 0,3-2 0,-3 2 0,3-2 0,0 1 0,0 3 0,2-3 0,2 3 0,2-3 0,0 0 0,0 0 0,0-1 0,0 1 0,0 5 0,0-3 0,0 3 0,0-5 0,0-1 0,0 1 0,0 3 0,2-2 0,2 8 0,2-8 0,0 4 0,0-5 0,0 3 0,0-2 0,0 2 0,0-3 0,0 0 0,0-1 0,0-1 0,-1 1 0,1-4 0,0 4 0,0-5 0,0 6 0,0-6 0,0 6 0,0-3 0,-1 0 0,1 2 0,0-1 0,3 1 0,-3-1 0,3-2 0,2-2 0,-3 0 0,6 0 0,-7 0 0,2 0 0,2 0 0,0 0 0,4 0 0,-5 0 0,2-3 0,-3-3 0,4-4 0,-3-3 0,8-5 0,-10 3 0,7 0 0,-6 3 0,-2 2 0,2-3 0,-3 4 0,1-3 0,-1 2 0,0-3 0,0 4 0,-3 0 0,0 3 0,-3 0 0,0 0 0,0-3 0,0 2 0,0-5 0,0 6 0,0-3 0,0-3 0,0 5 0,0-4 0,0 2 0,0 3 0,0-3 0,-5-3 0,3 5 0,-6-5 0,7 6 0,-4 0 0,4 1 0,-1 4 0,2 4 0,0 4 0,0 1 0,0-2 0,0 0 0,0 0 0,0 0 0,0 3 0,0 4 0,0 4 0,3 0 0,-3 3 0,6-6 0,-2 5 0,-1-5 0,3 2 0,-5-6 0,4-1 0,-4-3 0,2 0 0,-3 0 0,0 0 0,0-1 0,2 1 0,-1 0 0,4 0 0,-4 0 0,4 3 0,-4-3 0,2 3 0,-1-3 0,-1 0 0,2 0 0,-1 0 0,-1 0 0,4 0 0,-2 2 0,1-1 0,1 1 0,-2 1 0,1-2 0,1 2 0,-4-3 0,4 0 0,-2-1 0,3 1 0,0-2 0,-3 1 0,3-5 0,-3 3 0,3-3 0,0 3 0,0-3 0,-1 3 0,1-3 0,0 0 0,0 0 0,0 0 0,0 0 0,0 0 0,0 0 0,3 0 0,0-6 0,8-1 0,0-7 0,3 0 0,-8 7 0,-3 1 0</inkml:trace>
  <inkml:trace contextRef="#ctx0" brushRef="#br0" timeOffset="37">17360 12073 24575,'0'5'0,"0"-3"0,0 14 0,0-5 0,0 13 0,0-9 0,0 11 0,0-13 0,0 7 0,0-3 0,0 4 0,0 0 0,0 17 0,0-13 0,0 13 0,0-14 0,0-2 0,0 6 0,0-6 0,0 20 0,0-17 0,0 17 0,0-21 0,0 8 0,0-2 0,0-4 0,0-1 0,0-9 0,0-1 0,0-2 0,0 2 0,0-5 0,0 5 0,0-6 0,0 3 0,0 0 0,0 1 0,0 2 0,0-3 0,0 0 0,0 0 0,0-2 0,0 5 0,0-5 0,0 5 0,0-3 0,0 1 0,0-1 0,0-3 0,0 0 0,0 0 0,0-1 0,0 1 0,-3-17 0,-4 0 0,-1-12 0,-18-19 0,13 19 0,-11-20 0,11 26 0,6 0 0,-2 1 0,-1 2 0,3 1 0,-2 1 0,3 2 0,-1 1 0,-2-4 0,2 7 0,-2-3 0,4 3 0,-1 0 0,-3 2 0,2-1 0,-5 2 0,5-1 0,-11-1 0,10 1 0,-10 1 0,12-3 0,-3 6 0,0-3 0,2 3 0,-1 0 0,2 0 0,0 0 0,0 0 0,0 0 0,0 0 0,0 3 0,0 0 0,0 3 0,0 0 0,0 0 0,0 0 0,0-1 0,0 1 0,0 0 0,1 0 0,-1 0 0,2 0 0,-1 3 0,1-3 0,1 6 0,0-6 0,3 3 0,0-3 0,0 0 0,0 3 0,0 0 0,-3 4 0,3 3 0,-6-2 0,5 2 0,-2-3 0,3 0 0,0 0 0,0-4 0,0 0 0,0-3 0,0 0 0,0 0 0,0 0 0,0 0 0,0 0 0,0-1 0,0 1 0,0 0 0,0 0 0,3 3 0,-2-2 0,4 2 0,-1-4 0,4 4 0,-1-2 0,1 1 0,1 0 0,-3-4 0,6 2 0,-6-4 0,3-1 0,0 4 0,-2-4 0,5 5 0,-5-6 0,5 6 0,-3-5 0,4 4 0,0-4 0,-1 5 0,1-5 0,0 1 0,0 1 0,0-2 0,-1 2 0,-2-3 0,-1 0 0,5 2 0,-6-1 0,6 2 0,-8-3 0,0 0 0,0 0 0,0 0 0,0 0 0,-1 0 0,1 0 0,0 0 0,0 0 0,0 0 0,0 0 0,0 0 0,0 0 0,3-3 0,-3-1 0,6-2 0,-5 0 0,4 0 0,-4 3 0,-1-3 0,-1 3 0,-2 0 0,1 0 0,-2 3 0</inkml:trace>
  <inkml:trace contextRef="#ctx0" brushRef="#br0" timeOffset="38">15574 9120 24575,'-31'0'0,"4"0"0,-19 0 0,3 0 0,1 0 0,7 0 0,-3 0 0,8 0 0,-1 0 0,-5 0 0,-4 0 0,3 0-1347,1 0 1,1 0 1346,-16 0 0,0 0 0,15 0 0,2 0-284,-3 0 1,-1 0 283,3 0 0,0 0 0,-5 0 0,0 0 0,4 0 0,1 0 0,2 0 0,0 0 0,-11 0 0,3 0 0,-1 0 0,4 2 0,-2 0 0,13 1 0,1 0 0,-24 2-210,23-3 1,0 0 209,-8-2 0,-14 0 0,12 0 0,-6 0 0,17 0 0,-7 0 1874,14 0-1874,-3 0 1306,13 0-1306,3 0 0,3 0 0,0 0 0</inkml:trace>
  <inkml:trace contextRef="#ctx0" brushRef="#br0" timeOffset="39">12553 8424 24575,'0'6'0,"0"3"0,0 0 0,0 1 0,0 1 0,0-4 0,0 24 0,0-16 0,0 20 0,0-14 0,0 1 0,0 3 0,0-5 0,0 1 0,0 13 0,0-6 0,0 11 0,0-13 0,0-1 0,0 15-236,0-9 1,0 0 235,0 10 0,0 8 0,0-4 0,0 6 0,0-15 0,0 1 0,0-9 0,0 0 0,0 6 0,0 0 0,0 15 0,0-3 0,3-1 0,-2 5 0,3-10 0,-4 5 0,0-10 0,0-1 0,0-8 0,0-5 0,0-5 0,0-6 0,0-1 117,0-1 1,0-4 0,0 1 0</inkml:trace>
  <inkml:trace contextRef="#ctx0" brushRef="#br0" timeOffset="40">12489 8497 24575,'9'0'0,"10"0"0,-1 0 0,5 0 0,1 0 0,-6 0 0,7 0 0,-1 0 0,-6 3 0,15 4 0,-17 0 0,13 3 0,-15-4 0,2 1 0,-3-1 0,0 1 0,-1 2 0,5-2 0,-4 2 0,7 1 0,-3-2 0,4 5 0,0-6 0,3 7 0,-2-6 0,7 5 0,-8-5 0,13 12 0,-11-11 0,4 13 0,-7-10 0,-2 4 0,-1 1 0,3-2 0,-5 5 0,1-3 0,-5 4 0,2 0 0,-5-1 0,2 1 0,-3 0 0,0 13 0,-3-6 0,-1 6 0,-3-5 0,0-3 0,0 3 0,0 5 0,0 6 0,0-7 0,0 9 0,-7-11 0,-2 9 0,-11 4 0,4-11 0,-4 9-521,2-14 521,5-6 0,0 0 0,-7 4 0,-8 13 0,10-20 0,-5 8 0,0-5 0,1 0 0,1-4 521,-1 0-521,1-4 0,-5 2 0,7-4 0,-3 0 0,9-6 0,1 1 0,-5-1 0,3-2 0,-5 2 0,1-2 0,-2 0 0,-1 2 0,-4-5 0,3 2 0,1-3 0,1 0 0,10 0 0,-6 0 0,9 0 0,1 0 0,3 0 0</inkml:trace>
  <inkml:trace contextRef="#ctx0" brushRef="#br0" timeOffset="41">13541 8838 24575,'-6'0'0,"-6"0"0,-7 0 0,3 0 0,-1 0 0,11 0 0,3 2 0,-3-1 0,3 4 0,-3-2 0,-3 4 0,2-1 0,-5 0 0,5 3 0,-2-2 0,3 2 0,0-3 0,0-1 0,3 1 0,0 0 0,3 0 0,0 0 0,0 0 0,-3 18 0,2-7 0,-2 11 0,3-8 0,0-6 0,0 2 0,0-7 0,-3 3 0,3-5 0,-3 2 0,3-3 0,0 0 0,0 0 0,5 2 0,-1-1 0,4 1 0,-2-2 0,0 0 0,0 0 0,0-3 0,0 2 0,3-4 0,-3 2 0,3-3 0,-3 0 0,0 0 0,0 0 0,0 0 0,0 0 0,0 0 0,0 0 0,-1 0 0,1 0 0,0 0 0,0 0 0,0 0 0,0 0 0,3-3 0,-3-1 0,3-2 0,-3 0 0,0 0 0,0 0 0,0 0 0,-3 0 0,0 1 0,-3-1 0,0-3 0,0 2 0,0-2 0,0 0 0,0-1 0,0 1 0,0 0 0,0 3 0,0 0 0,0 0 0,0 0 0,0-3 0,0 0 0,0-1 0,0-2 0,0 2 0,0-3 0,0-2 0,0 4 0,0 0 0,0 5 0,0 0 0,0 5 0,0 19 0,0-5 0,0 18 0,0-14 0,3 4 0,1 0 0,3-1 0,-1 1 0,4 5 0,-2-7 0,6 11 0,-6-18 0,3 5 0,-7-11 0,4 3 0,-5-5 0,6 3 0,-3-6 0,0 2 0,0-1 0,0-1 0,-1 2 0,1-3 0,0 0 0,0 0 0,-3-3 0,3-3 0,-6-4 0,3 4 0,-3 0 0</inkml:trace>
  <inkml:trace contextRef="#ctx0" brushRef="#br0" timeOffset="42">13789 8441 24575,'0'6'0,"0"0"0,0 9 0,0-7 0,0 12 0,0-13 0,0 8 0,0-5 0,3-1 0,-3 3 0,6-5 0,-6 5 0,3-5 0,0 10 0,0-6 0,4 8 0,-4-3 0,3 1 0,-5 4 0,2 0 0,0-1 0,-2 1 0,5-4 0,-3 3 0,1-6 0,2 5 0,-5-5 0,5 2 0,-6-3 0,6-3 0,-6 2 0,6-6 0,-3 6 0,3 1 0,-2-3 0,1 2 0,-4-6 0,4 2 0,-4-1 0,2 2 0,0-3 0,0 0 0,3-3 0,2 2 0,-1-4 0,4 4 0,-1-4 0,3 2 0,0-3 0,-1 0 0,1 0 0,0 0 0,0 0 0,-1 0 0,-2 0 0,2-3 0,-5-3 0,2-1 0,-3-2 0,0 3 0,0 0 0,0-3 0,0 5 0,-3-4 0,-1 5 0,-2 0 0,0 0 0</inkml:trace>
  <inkml:trace contextRef="#ctx0" brushRef="#br0" timeOffset="43">13686 8711 24575,'9'-7'0,"4"-4"0,-3 7 0,1-4 0,-3 2 0,-1 3 0,1-3 0,1 3 0,-3-3 0,3 0 0,-3 3 0,0-3 0,0 3 0,-1 0 0,4-3 0,15-11 0,3-3 0,0 5 0,3-8 0,-1 0 0,-8 11 0,-4-2 0,0 4 0,-8 4 0,0 2 0,-5 4 0,-7 4 0,-1 2 0,-11 5 0,10-4 0,-3 5 0,8-6 0,0-1 0,0-1 0,0-2 0</inkml:trace>
  <inkml:trace contextRef="#ctx0" brushRef="#br0" timeOffset="44">14337 8762 24575,'-9'0'0,"-7"0"0,2 0 0,-5-3 0,7 3 0,2-6 0,-2 3 0,-4-7 0,2 3 0,-1-2 0,3 3 0,2-3 0,0 2 0,-2-2 0,5 3 0,-2 2 0,3-1 0,-3 1 0,3 1 0,-3-3 0,3 6 0,0-3 0,0 3 0,2 3 0,2 0 0,2 3 0,0 0 0,0 0 0,0 2 0,0-1 0,0 2 0,0 0 0,0-2 0,0 2 0,0-4 0,0 1 0,0 0 0,0 0 0,0 3 0,0 1 0,0 3 0,0-1 0,0-2 0,0 5 0,2-7 0,-1 8 0,4-7 0,-4 4 0,2-3 0,0-1 0,-3-3 0,3-1 0,-1 1 0,-1 0 0,2 0 0,-3 0 0,2 0 0,-1 0 0,4-3 0,-1 2 0,1-2 0,1 3 0,0-2 0,0 1 0,0-5 0,0 6 0,0-6 0,5 3 0,-3-3 0,6 0 0,-4 0 0,0 0 0,2 0 0,-3 0 0,4 0 0,-3 0 0,2 0 0,-3 0 0,1 0 0,2 0 0,-2-3 0,5-3 0,-4-4 0,3 3 0,-7-1 0,2 4 0,-3-2 0,0 3 0,-3-2 0,0 1 0,-3-1 0,0-1 0,0 0 0,0 0 0,0-3 0,0 2 0,0-2 0,0 3 0,0 0 0,0 0 0,0 0 0,0 0 0,-3 0 0,0-3 0,-1 3 0,-1-4 0,2 5 0,-1-1 0,-1 0 0,4 0 0,-4 2 0,4 4 0,-1 4 0,2 1 0,0 1 0,0 3 0,0-3 0,0 3 0,0-3 0,0 0 0,0 0 0,0-1 0,0 1 0,2 0 0,2 0 0,1 0 0,1 0 0,0 0 0,3 0 0,-2 0 0,5 0 0,-6 0 0,6 0 0,-2 1 0,0-4 0,1 2 0,-4-4 0,1 4 0,-2-4 0,0 2 0,0-3 0,0 0 0,2 0 0,-1 0 0,1 0 0,-2 0 0,3 0 0,3 0 0,-4-3 0,0 0 0,-8-3 0,0 2 0,0 2 0</inkml:trace>
  <inkml:trace contextRef="#ctx0" brushRef="#br0" timeOffset="45">14511 8599 24575,'12'11'0,"-5"-3"0,6 5 0,-6-6 0,4 4 0,-7-4 0,4 1 0,-5 1 0,3-2 0,6 13 0,-5-11 0,5 8 0,-6-8 0,0-3 0,0 6 0,0-5 0,0 1 0,0-2 0,0 3 0,0-3 0,-3 3 0,2-3 0,-1 0 0,-1 0 0,2 0 0,-4 0 0,2 0 0,-3-3 0,0 0 0</inkml:trace>
  <inkml:trace contextRef="#ctx0" brushRef="#br0" timeOffset="46">14411 8328 24575,'0'0'0</inkml:trace>
  <inkml:trace contextRef="#ctx0" brushRef="#br0" timeOffset="47">14722 8599 24575,'0'6'0,"5"3"0,-1-3 0,2 3 0,-1-1 0,-2-1 0,3 4 0,-3-5 0,2 0 0,-4-1 0,4-1 0,-1 4 0,1-1 0,-1 1 0,1-2 0,-2 0 0,0 0 0,3 0 0,-6 0 0,6 0 0,-6-1 0,5-1 0,-1 4 0,2-4 0,3 8 0,-3-6 0,3 3 0,-3-4 0,-3 1 0,2 0 0,-4 0 0,1-8 0,-2 0 0,0-10 0,0-3 0,-3-3 0,-1-18 0,-7 3 0,7-3 0,-7-1 0,7 10 0,-1-12 0,0 11 0,1-1 0,2-12 0,-2 15 0,1 0 0,3 2 0,0 6 0,0-1 0,0 8 0,0-5 0,0 10 0,0-3 0,0 3 0,3 2 0,18 2 0,-8 2 0,12 0 0,-13 0 0,-5 0 0,5 0 0,-6 0 0,3 0 0,-3 0 0,0 0 0,0 2 0,0 2 0,2 4 0,-1-1 0,1 1 0,-2-2 0,0 3 0,0 1 0,1-1 0,-1 0 0,0-3 0,0 0 0,-3 0 0,2 0 0,-4 0 0,4 3 0,-2-3 0,4 6 0,-1-2 0,1 6 0,-1-2 0,1 6 0,-1-7 0,1 4 0,-1-5 0,-2 1 0,1-3 0,-4 1 0,4-4 0,-4 1 0,4-2 0,-2 0 0,0 0 0,0 0 0,0 0 0,-3 0 0,3-3 0,-3 0 0</inkml:trace>
  <inkml:trace contextRef="#ctx0" brushRef="#br0" timeOffset="48">18887 4774 24575,'0'13'0,"2"-6"0,22 33 0,-5-13 0,10 10 0,-8-9 0,-5-1 0,-1-9 0,-1 6 0,0-1 0,-1-5 0,11 26 0,-13-22 0,7 16 0,0 3 0,2-3 0,-3 6 0,-6-20 0,-1-1 0,3 11 0,5 10 0,-7-20 0,4 2 0,-9-10 0,8 1 0,-14-11 0,6-3 0,-6 0 0,3-3 0</inkml:trace>
  <inkml:trace contextRef="#ctx0" brushRef="#br0" timeOffset="49">19013 4753 24575,'0'-9'0,"2"2"0,2-1 0,5 4 0,1-6 0,8-2 0,-4 1 0,8-2 0,-8 4 0,6-1 0,-7 3 0,7-6 0,1 2 0,-3 0 0,6-2 0,-7 2 0,8-3 0,-3 0 0,2 0 0,-6 0 0,1 3 0,-5-1 0,6 5 0,-7-5 0,4 7 0,-8-3 0,3 4 0,-2-2 0,0 0 0,2 2 0,-2 2 0,-1 2 0,3 0 0,-5 0 0,5 0 0,-5 0 0,1 0 0,-2 0 0,0 0 0,0 0 0,0 0 0,0 0 0,0 0 0,0 0 0,2 5 0,-4-1 0,4 7 0,-2 5 0,2-2 0,1 1 0,-3-3 0,0-2 0,-2 3 0,1-4 0,-1 3 0,-1-5 0,3 5 0,-6-5 0,3 5 0,-3-3 0,0 4 0,0-3 0,0 5 0,0-4 0,0 9 0,0 2 0,-3 9 0,-1-6 0,-7 3 0,1-11 0,-1 0 0,-1 0 0,1-1 0,1-5 0,1 4 0,3-8 0,0 2 0,0-3 0,0-3 0,0 2 0,0-2 0,0 3 0,5-3 0,-1 3 0,5-3 0,-3 6 0,0-2 0,0 5 0,0-3 0,0 1 0,-3 2 0,-1-2 0,-5 0 0,2 2 0,-2-6 0,2 6 0,1-5 0,0 5 0,0-5 0,-3 5 0,2-6 0,-2 3 0,0-3 0,2 0 0,-2 4 0,0-4 0,2 3 0,-2-3 0,3-2 0,0 1 0,0-4 0,0 4 0,0-4 0,3 4 0,-2-5 0,-1 8 0,-1-4 0,-1 5 0,2-3 0,-3 2 0,-4 5 0,2-3 0,0 2 0,2-3 0,2-2 0,-5 2 0,5-3 0,-2 0 0,3 0 0,0-3 0,3-3 0,3-3 0,6-6 0,0 3 0,3 0 0,-3-3 0,3 5 0,4-6 0,1 1 0,6-2 0,-3-2 0,4 2 0,12-5 0,-12 8 0,12-2 0,-16 4 0,0 5 0,-1-2 0,12 3 0,-8 0 0,31 0 0,-26 0 0,14 0 0,-14 0 0,-4 0 0,8 0 0,-7 0 0,2 0 0,-3 0 0,0 0 0,-1 3 0,1 1 0,2 5 0,-5-2 0,0 3 0,-8-4 0,2 0 0,0 3 0,-2-2 0,2 1 0,-6 1 0,0-2 0,0 2 0,0-3 0,0 0 0,0 0 0,0-1 0,-3 1 0,2-2 0,-4-2 0,1-2 0</inkml:trace>
  <inkml:trace contextRef="#ctx0" brushRef="#br0" timeOffset="50">19925 4838 24575,'0'-18'0,"0"7"0,0-11 0,0 6 0,0 2 0,0-15 0,0 9 0,0-10 0,0 16 0,0-6 0,0 10 0,0-10 0,0 6 0,0 1 0,0 1 0,0 2 0,0 0 0,0 1 0,0 3 0,-2 0 0,-2 3 0,-2-2 0,1 4 0,-1-2 0,-3 3 0,-3 0 0,1 0 0,0 0 0,5 0 0,0 0 0,3 6 0,-3 1 0,3 6 0,-4 3 0,3-2 0,-2 2 0,6-6 0,-6 2 0,5-2 0,-4 2 0,4 1 0,-2-3 0,0 2 0,2-6 0,-2 3 0,3 0 0,0-3 0,0 3 0,0-3 0,0 0 0,0 0 0,6 2 0,-2-4 0,2 4 0,-1-5 0,-2 3 0,3 0 0,0 0 0,0 0 0,0-1 0,-1 1 0,7 3 0,-5-2 0,8 2 0,-8-6 0,5 3 0,-6-3 0,6 0 0,-5 3 0,5-6 0,-6 6 0,6-6 0,-5 3 0,2-3 0,0 0 0,1 0 0,-1 0 0,3 0 0,-2 0 0,3 0 0,0 0 0,-1 0 0,1 0 0,0 0 0,0 0 0,-1 0 0,1 0 0,6 0 0,-5-3 0,4-3 0,-8-1 0,2-3 0,-2 4 0,-1 0 0,0 0 0,-3 0 0,0 0 0,-3-3 0,2 2 0,-4-2 0,2 0 0,-3 2 0,0-2 0,0 3 0,0 0 0,0 0 0,0 3 0,0 1 0</inkml:trace>
  <inkml:trace contextRef="#ctx0" brushRef="#br0" timeOffset="51">20209 4310 24575,'0'6'0,"0"0"0,0 0 0,-3 0 0,-3 0 0,2-1 0,-4 1 0,8 3 0,-6 1 0,5 0 0,-1-1 0,-1 0 0,2-3 0,-2 3 0,0 0 0,3 1 0,-3 3 0,3-1 0,-6-2 0,5 2 0,-5 2 0,3-4 0,3 3 0,-3-7 0,3 0 0,0-1 0,0 1 0,0 0 0,0 0 0,2-3 0,2 0 0,2-3 0,2 0 0,-1 0 0,4 0 0,-1 0 0,3 0 0,3 0 0,-2 0 0,5 0 0,-1 0 0,2 0 0,1-3 0,0 2 0,-4-2 0,3 0 0,-7 2 0,7-2 0,-6 0 0,2 3 0,-3-3 0,0 3 0,-4 0 0,3 0 0,-5 0 0,2 0 0,-3 0 0,0 0 0,-1 0 0,1 0 0,-2 2 0,-2 2 0,1 1 0,-3 1 0,3 0 0,-3 0 0,0 0 0,0 0 0,0 0 0,0 0 0,0 5 0,0-4 0,0 5 0,0-3 0,0 1 0,0 2 0,0 1 0,0-3 0,0 2 0,0-2 0,-3-1 0,0 3 0,-3-2 0,-4 0 0,3 2 0,-5-5 0,5 2 0,-2-3 0,0 3 0,2-2 0,-2 2 0,3-4 0,1-1 0,-1-2 0,2-2 0,2 0 0</inkml:trace>
  <inkml:trace contextRef="#ctx0" brushRef="#br0" timeOffset="52">20729 4690 24575,'0'-10'0,"0"1"0,0-8 0,3 1 0,-2-5 0,4 8 0,-4-2 0,2 8 0,-3-2 0,0 0 0,0 2 0,0-2 0,0 3 0,0 0 0,0 0 0,0 0 0,0-3 0,0 3 0,-3-1 0,0-1 0,-7 6 0,4-3 0,-4 5 0,5 0 0,-1 0 0,0 0 0,0 0 0,0 0 0,0 0 0,0 2 0,3 2 0,-3 5 0,0 0 0,2 0 0,-4 3 0,4-5 0,1 2 0,0-4 0,0 1 0,3 0 0,-5 0 0,4 0 0,-4 0 0,4 0 0,-2 0 0,3-1 0,0 1 0,0 0 0,0 0 0,0 0 0,0 0 0,0 0 0,3 0 0,0 0 0,3-3 0,-3 2 0,3-4 0,-3 7 0,3-7 0,0 7 0,-1-8 0,1 6 0,0-3 0,0 3 0,0 0 0,0-1 0,0 1 0,0 0 0,-1 0 0,1 0 0,3 0 0,-2 0 0,2 0 0,-3 0 0,0 0 0,0 0 0,2 0 0,-1 0 0,1-1 0,-2 1 0,0-2 0,0 1 0,0-5 0,-1 3 0,1-3 0,0 0 0,3 0 0,-3 0 0,3 0 0,-3 0 0,0 0 0,2 0 0,2-3 0,-1 0 0,3-4 0,-5-2 0,5 2 0,-5-2 0,2 0 0,-3 2 0,3-7 0,-3 6 0,3-7 0,-3 9 0,-2-1 0,-2 5 0</inkml:trace>
  <inkml:trace contextRef="#ctx0" brushRef="#br0" timeOffset="53">20953 4129 24575,'0'6'0,"0"6"0,0-2 0,9 11 0,-1-7 0,13 10 0,-7-10 0,5 2 0,-9 0 0,2-6 0,13 22 0,-8-15 0,12 18 0,-19-17 0,3 3 0,-5-1 0,4-6 0,-5 2 0,5-3 0,-5 2 0,2-1 0,-2 1 0,2-2 0,1 2 0,0-1 0,-1 1 0,3 1 0,-5-3 0,8 3 0,-8-7 0,2 3 0,3 1 0,-4-3 0,4 2 0,-7-6 0,1 0 0,0-3 0,0 2 0,0-4 0,0 2 0,0-3 0,0 0 0,0-6 0,0-1 0,0-6 0,1 0 0,-4 6 0,0 1 0</inkml:trace>
  <inkml:trace contextRef="#ctx0" brushRef="#br0" timeOffset="54">20834 4391 24575,'12'0'0,"7"0"0,-5 0 0,5 0 0,-6 0 0,0 0 0,0 0 0,2 0 0,-2 0 0,0-3 0,2 2 0,-7-4 0,7 4 0,-8-1 0,5-1 0,-5 0 0,5-4 0,-3 4 0,-2-6 0,5 8 0,-5-8 0,5 6 0,-2-6 0,-2 5 0,-4-5 0,1 6 0,1-6 0,4 0 0,-1-1 0,3 1 0,-5 6 0,2-3 0,-4 6 0,-1-6 0,-2 8 0,-2-1 0,0 2 0,0 0 0</inkml:trace>
  <inkml:trace contextRef="#ctx0" brushRef="#br0" timeOffset="55">23047 7517 24575,'0'-6'0,"0"-3"0,0 2 0,0-10 0,0 9 0,0-10 0,0 11 0,0-5 0,0 5 0,11-10 0,-6 9 0,9-6 0,-8 8 0,0 0 0,0 0 0,0 2 0,0-1 0,0 4 0,-1-1 0,1 2 0,0 0 0,-3 2 0,3-1 0,-3 4 0,3-1 0,0 1 0,0 1 0,-3 0 0,2 0 0,-4 0 0,4 0 0,-4 0 0,1 0 0,-2-1 0,3 1 0,0 0 0,3 6 0,0-2 0,1 2 0,-1 0 0,-3-5 0,3 2 0,-6 0 0,3-2 0,-3 2 0,0-4 0,0 1 0,0 0 0,0 0 0,0 0 0,0-3 0,0 0 0</inkml:trace>
  <inkml:trace contextRef="#ctx0" brushRef="#br0" timeOffset="56">23396 7511 24575,'30'0'0,"0"0"0,18 0 0,-21 0 0,0 0-1171,4 0 1,1 0 1170,4 0 0,0 0 0,-9 0 0,0 0 368,2 0 1,-2 0-369,9 0 389,2 0-389,-12 0 0,5 0 0,-3 0 1205,-10 0-1205,10 0 10,-10 0-10,7 0 0,0 0 0,-4 0 0,4-3 0,0-5 0,5-3 0,5-5 0,-7 5 0,1-1 0,15-5-283,-18 5 0,1 1 283,11-5 0,-3 1 0,-9 5 0,1 1 0,7-4 0,13-1 0,-26 7 0,4 2 0,-4-1 0,-4 6 0,3-7 566,-7 7-566,3-6 0,-3 5 0,0-2 0,0 0 0,-1 0 0,1-1 0,4-2 0,-4 2 0,3 1 0,1-3 0,0 5 0,13-5 0,-7 5 0,7-2 0,-10 0 0,1 2 0,0-2 0,-1 3 0,1-3 0,-4 2 0,3-2 0,-6 0 0,6 2 0,-7-1 0,4 2 0,-1 0 0,-3 0 0,7 0 0,-6 0 0,2 0 0,-6 0 0,-1 0 0,-3 0 0,0 0 0,-1 0 0,-1 0 0,-2 0 0</inkml:trace>
  <inkml:trace contextRef="#ctx0" brushRef="#br0" timeOffset="57">24855 6840 24575,'-10'0'0,"-13"0"0,7 0 0,-10 0 0,7 0 0,5 0 0,-15 0 0,9 0 0,-6 0 0,9 0 0,5 0 0,-1 0 0,3 0 0,1 3 0,0 3 0,2 1 0,-2 8 0,5-4 0,-8 14 0,10-10 0,-9 4 0,10-3 0,-7-9 0,6 9 0,-3-9 0,5 2 0,0-3 0,0 0 0,0-1 0,0 1 0,0 0 0,0 3 0,0 10 0,0 0 0,0 22 0,3-17 0,-2 8 0,4-15 0,2 1 0,0-7 0,2 7 0,-3-12 0,0 6 0,0-5 0,3 2 0,-2 0 0,5-2 0,-2 3 0,0-4 0,2 0 0,-3 0 0,4-2 0,0 1 0,0-1 0,3 3 0,-2-4 0,2 0 0,0 0 0,-2-2 0,6 2 0,-3-3 0,3 0 0,1 0 0,13 0 0,-14 0 0,13 0 0,-15 0 0,2 0 0,-3-3 0,3-1 0,-6-2 0,-1-4 0,-1 3 0,-5-2 0,2 3 0,-3 0 0,0-6 0,-3 5 0,0-8 0,-3 9 0,0-6 0,0 2 0,0-12 0,0 3 0,0-7 0,0 5 0,0-4 0,0 3 0,-3-6 0,-4 6 0,-1-3 0,-2 4 0,3 1 0,-3 2 0,3 2 0,-5 3 0,5 0 0,-6 3 0,3-2 0,-2 5 0,2-5 0,-3 5 0,3-2 0,-2 2 0,-4-2 0,3 2 0,-3-2 0,6 5 0,-2-2 0,3 3 0,-1-3 0,-2-1 0,2 1 0,0 0 0,1 2 0,3-1 0,-2 4 0,1-1 0,-2 2 0,3 0 0,3 2 0,1-1 0,2 2 0</inkml:trace>
  <inkml:trace contextRef="#ctx0" brushRef="#br0" timeOffset="58">24984 7138 24575,'13'16'0,"-2"-2"0,17 28 0,-14-19 0,1 0 0,0 1 0,3 6 0,-6-3 0,6 6 0,-7-11 0,0 3 0,-1-8 0,-3-1 0,-1-3 0,0-3 0,0-2 0,0-2 0,0 0 0,-3 0 0,0 0 0,0 0 0,-3 0 0,3 0 0,-3 0 0,0-3 0,0-1 0</inkml:trace>
  <inkml:trace contextRef="#ctx0" brushRef="#br0" timeOffset="59">22092 7852 24575,'-7'3'0,"-4"8"0,9 0 0,-6 19 0,7-14 0,-2 5 0,3-5 0,0-6 0,0 6 0,0-6 0,0-1 0,0-3 0,0 0 0,0 0 0,0 3 0,0 0 0,0 4 0,0 0 0,0 0 0,0-1 0,0 13 0,0-9 0,0 12 0,0-15 0,0 7 0,3-6 0,0 2 0,4 0 0,2-2 0,-1 6 0,1-10 0,-3 6 0,1-6 0,2 0 0,-2-1 0,5-3 0,0 3 0,1-2 0,3-1 0,0-3 0,-2-3 0,5 0 0,-5 0 0,6 0 0,-3 0 0,4 0 0,-4 0 0,3-3 0,-7-1 0,4-3 0,-5-2 0,-2 2 0,-1-2 0,-3 0 0,0 2 0,0-2 0,-3-2 0,0 3 0,-3-6 0,0 7 0,0-5 0,0-1 0,0-5 0,0-2 0,0-1 0,0 0 0,0-4 0,0 0 0,-3-1 0,-1 1 0,-3 4 0,0 4 0,1-3 0,-1 7 0,0-4 0,4 7 0,-6 1 0,5 3 0,-5 0 0,-2-3 0,3 2 0,-4-1 0,3 4 0,3-1 0,-6-1 0,2-1 0,0-2 0,-2-1 0,2 4 0,-3-4 0,1 4 0,2 0 0,1-1 0,3 4 0,0 0 0,0 3 0,0 0 0,0 3 0,3 0 0,-2 1 0,4 1 0,-4-2 0,4 3 0,-2 0 0,3-3 0,0 0 0</inkml:trace>
  <inkml:trace contextRef="#ctx0" brushRef="#br0" timeOffset="60">22343 8282 24575,'6'3'0,"3"7"0,9 8 0,-3-5 0,1 7 0,-8-16 0,-5 2 0,3-1 0,-2-1 0,4 10 0,-4-6 0,5 9 0,-4-10 0,-1 5 0,1-6 0,-2 3 0,4 0 0,-2-2 0,2 5 0,-1-6 0,-3 6 0,2-5 0,-1 2 0,2-1 0,0-1 0,-3 2 0,-1-4 0,1-1 0,-2-2 0,1-2 0</inkml:trace>
  <inkml:trace contextRef="#ctx0" brushRef="#br0" timeOffset="61">22556 8176 24575,'0'6'0,"0"0"0,0 6 0,0-5 0,0 5 0,0-7 0,0 1 0,0 3 0,0 7 0,3-2 0,-3 5 0,9-6 0,-5 3 0,5-2 0,-2-1 0,-1 3 0,3-3 0,-2 4 0,2-2 0,-2-5 0,-1 1 0,0-4 0,-3 1 0,-1-2 0,1 0 0,-2-8 0,1 0 0,-2-25 0,0 10 0,0-11 0,0 8 0,0 6 0,0-6 0,0 3 0,0-4 0,0-13 0,0 6 0,0 0 0,0-1 0,0-2 0,0-8 0,0 19 0,6-2 0,-2 3 0,5 1 0,-3 9 0,3 3 0,-3 0 0,3 0 0,-3 3 0,0 0 0,0 3 0,-3 3 0,0 0 0,-3 0 0,0 0 0</inkml:trace>
  <inkml:trace contextRef="#ctx0" brushRef="#br0" timeOffset="62">22774 8228 24575,'6'0'0,"2"0"0,-1 0 0,4 0 0,-4-2 0,-2-1 0,1-3 0,-6 0 0,3 0 0,-3 0 0,0 0 0,0-3 0,0 2 0,-3 1 0,-3 3 0,0 3 0,-3 0 0,3-3 0,-3 3 0,2-6 0,-5 6 0,6-6 0,-3 6 0,3-3 0,0 1 0,0 1 0,0-2 0,0 3 0,0 0 0,0 0 0,0 0 0,3 3 0,0 0 0,3 3 0,0 0 0,0 0 0,0 0 0,0 0 0,0-1 0,3 1 0,-3 0 0,6 0 0,-3-3 0,0 3 0,0-3 0,-1 0 0,2 2 0,1-1 0,-1 1 0,1 4 0,-2-2 0,4 5 0,2 0 0,-3-1 0,3 3 0,-3-7 0,0 2 0,0-3 0,0 0 0,0 0 0,0-1 0,0 1 0,11 6 0,-2-4 0,7 1 0,-5-6 0,-5-3 0,5 0 0,-4 0 0,7 0 0,-6 0 0,2 0 0,-3 0 0,-1 0 0,1 0 0,0 0 0,0 0 0,-1 0 0,-2-6 0,-1 2 0,1-5 0,-4 5 0,3-1 0,-6 2 0,3-1 0,-6 2 0,3 2 0</inkml:trace>
  <inkml:trace contextRef="#ctx0" brushRef="#br0" timeOffset="63">23096 7981 24575,'-5'0'0,"-1"0"0,-6 0 0,5 0 0,-4 0 0,5 0 0,0 0 0,0 0 0,0 0 0,-3 0 0,-1 3 0,0 3 0,1 1 0,3 1 0,1-2 0,1 0 0,2 0 0,2 0 0,0 0 0,0 0 0,0 0 0,0-1 0,0 1 0,0 0 0,0 0 0,0 0 0,0 0 0,2-3 0,-1 2 0,1-1 0,1-1 0,0-1 0,3-2 0,-2 3 0,1-2 0,-2 1 0,3-2 0,0 0 0,0 0 0,0 0 0,-1 0 0,1 0 0,0 0 0,3 0 0,-3 0 0,5 0 0,-4 0 0,1 0 0,-2 0 0,0 0 0,0 0 0,0 0 0,0 0 0,2-2 0,-1 1 0,1-4 0,-4 1 0,1 1 0,-5-2 0,6 2 0,-6-3 0,3 0 0,-3 0 0,0 0 0,0 0 0,0 0 0,0 0 0,0 5 0,0 7 0,0 4 0,3 11 0,0-7 0,10 17 0,-2-11 0,11 18 0,-8-15 0,1 3 0,0 3 0,7 11-530,-8-9 1,0 1 529,-2-6 0,0-1 0,-3 0 0,0 0-324,10 16 324,-2 8 0,-2-13 0,2 8 0,-2-9 0,-3-4 0,-2-7 0,-3-3 0,0 0 1041,-1-4-1041,1-1 342,0 0-342,-1-2 0,4 15 0,-3-10 0,0 11 0,-1-13 0,-5 3 0,5-6 0,-6 6 0,3-10 0,-3 6 0,0-6 0,0 2 0,0 1 0,0 0 0,0 0 0,0-1 0,-10 5 0,-2-2 0,-5 2 0,-3-4 0,-2 1 0,-3-3 0,-1-1 0,-12-2 0,18-4 0,-27 0 0,27-4 0,-18 0 0,16 0 0,-7-3 0,7-4 0,1-4 0,4-6 0,7 4 0,0-7 0,4 6 0,2-2 0,1-1 0,3 0 0,0-4 0,0-3 0,0 2 0,0-7 0,4 3 0,2 1 0,6-4 0,2 3 0,5-8 0,-7 11 0,10-10 0,-11 14 0,8-6 0,-6 4 0,1 4 0,-1 0 0,0 4 0,-3 1 0,5 5 0,-7 1 0,2 6 0,-8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07T14:10:47.045"/>
    </inkml:context>
    <inkml:brush xml:id="br0">
      <inkml:brushProperty name="width" value="0.05292" units="cm"/>
      <inkml:brushProperty name="height" value="0.05292" units="cm"/>
      <inkml:brushProperty name="color" value="#FF0000"/>
    </inkml:brush>
  </inkml:definitions>
  <inkml:trace contextRef="#ctx0" brushRef="#br0">12201 4566 24575,'-23'0'0,"-16"0"0,-14 0 0,6 0 0,13 0 0,0 0 0,-2-1 0,-5-1 0,-2 2 0,3 3 0,-6 7 0,1 4 0,6 0 0,3-3 0,1 2 0,-3 1 0,-4 2 0,5 6 0,9 8 0,4 5 0,3-3 0,4-7 0,1 3 0,-1 8 0,-1 11 0,-1 3 0,2-2 0,5-9 0,3-4 0,3 0 0,-2 1 0,-2 8 0,0 3 0,1-4 0,2-11 0,2 10 0,1-6 0,0 9 0,1 2 0,4-5 0,7 7 0,4-1 0,-4-5 0,1 5 0,1 0 0,1-6 0,5 5 0,6-2 0,2-6 0,6 5 0,0-1 0,-3-8 0,0-6 0,0-2 0,2 9 0,3 5 0,6-5 0,4-11 0,6-4 0,0-3 0,-5-1 0,0 1 0,4-2 0,-9-3 0,9 2 0,6 1 0,2 0 0,-2-1 0,-5-2 0,-10-3 0,10-1 0,-2-2 0,-6 1 0,7 1 0,2 0 0,-2-2 0,-5-4 0,3-6 0,-4-4 0,-3-1 0,5 3 0,3-6-469,-11-4 1,7-6 0,4-5 0,2-1 0,-2-1 0,-5 2 0,-8 4-625,-1 0 1,-7 3 0,4-6 960,-1-1 1,7-7 0,3-4 0,1-2 0,0-1 0,-4 1 0,-5 4 0,-7 6 131,0-16 0,-6 1 0,2 1 0,2-7 0,-2 1 0,-7 10 0,-9 12 0,-3 2-192,-7-19 1,-4 5 191,1 17 0,-12-14 0,-3 1 0,7 17 0,-8-5 0,-7-7 0,4 5 0,-5-7 0,9 6 0,-7-7 0,-3-4 0,1 1 0,7 7 0,-1-3 0,-1-1 0,5 4 0,-6-6 0,-4-5 0,-1-1 0,2 2 0,2 3 0,6 7 0,-6-8 0,-1 2 0,5 7 0,-7-6 0,-3-2 0,0 1 0,5 5 0,7 8 0,-13-3 0,-2 9 0,-7 1 0,10 8 0,13 12 0,-13 3 0,-2 3 0,-7 6 0,5 1 819,-6 1 0,35-12 0,0-1 0</inkml:trace>
  <inkml:trace contextRef="#ctx0" brushRef="#br0" timeOffset="1341">12161 4953 24575,'-38'0'0,"0"0"0,2 0 0,-6 1 0,-5 5 0,0 10 0,5 1 0,-2 1 0,2 4 0,-8 5 0,11-4 0,7 0 0,0 7 0,5-1 0,19-12 0,15 16 0,-2-24 0,31 24 0,-24-24 0,17 5 0,11 1 0,-6-2 0,1-5 0,10 4 0,12 3 0,-12-5 0,-9-4 0,1 6 0,7 4 0,-10-1 0,-12 1 0,15 17 0,-4 1 0,-18-14 0,1 21 0,-3 2 0,-8-16 0,0 2 0,-4 1 0,-29 8 0,12-19 0,-17-7 0,-13-1 0,7-4 0,-2-3 0,6-2 0,-10-1 0,1-1 0,11 1 0,1-1 0,-9-1 0,4-1 0,29-1 0,-3-1 0,11 2 0</inkml:trace>
  <inkml:trace contextRef="#ctx0" brushRef="#br0" timeOffset="2376">12528 5564 24575,'-6'0'0,"3"12"0,0 0 0,3 8 0,0 16 0,0-19 0,-2 10 0,4-22 0,3-11 0,3 5 0,13-18 0,-12 10 0,4-22 0,-1-4 0,-6 8 0,-2-5 0,1-7 0,-3 7 0,-2 5 0,-1-6 0,-5 5 0,-10 19 0,-10 4 0,9 12 0,1 16 0,15-13 0,-2 6 0</inkml:trace>
  <inkml:trace contextRef="#ctx0" brushRef="#br0" timeOffset="6982">9854 4045 24575,'34'0'0,"-1"0"0,14 0 0,-6-2 0,-1 4 0,-4 12 0,-9 5 0,8 10 0,3 5 0,-3 1 0,-6-5 0,0 9 0,0 5 0,-8-14 0,4 7 0,3 4 0,2 2 0,0 0 0,-2-2 0,-4-5 0,-5-6 0,5 11 0,-2-2 0,1-4 0,6 7 0,1 1 0,-3-6 0,-7-11 0,0-6 0,-2-1 0,5-3 0,14-10 0,7-5 0,-5-1 0,7 3 0,-7-1 0,11-2 0,-1 1 0,-13-1 0,-5 0 0,9-2 0,-5-1 0,-26 2 0,10-7 0,-16 7 0,0-1 0</inkml:trace>
  <inkml:trace contextRef="#ctx0" brushRef="#br0" timeOffset="8542">11126 4748 24575,'-3'21'0,"2"-12"0,6 31 0,0-26 0,10 10 0,1 1 0,-4-7 0,8 5 0,1-1 0,-11-9 0,11 7 0,-1-2 0,-9-8 0,10 6 0,-2 0 0,-12-7 0,14 5 0,-17-9 0,-1-2 0,0 3 0,-12 0 0,-36 3 0,13-1 0,-15 1 0,0 1 0,19-2 0,-17 17 0,4 2 0,27-9 0,-10 10 0,2-2 0,18-17 0,-4 4 0</inkml:trace>
  <inkml:trace contextRef="#ctx0" brushRef="#br0" timeOffset="9612">9868 3478 24575,'0'13'0,"0"10"0,0 0 0,2 15 0,3 5 0,-1-18 0,1 1 0,4 17 0,2 4 0,3 2 0,0-3 0,1 3 0,-3-13 0,0 5 0,-3-9 0,-5-11 0,11 27 0,-15-41 0,2 7 0,-1-8 0,4 0 0,-4-3 0,2-3 0</inkml:trace>
  <inkml:trace contextRef="#ctx0" brushRef="#br0" timeOffset="11173">9848 3439 24575,'50'-10'0,"-23"4"0,17-2 0,0 0 0,-13 3 0,9 1 0,-2 2 0,-17 2 0,28 0 0,-38 0 0,20 15 0,-18-5 0,17 29 0,-25-26 0,6 31 0,-11-31 0,-2 13 0,-2 0 0,-3-7 0,-6 14 0,-13-13 0,-2-2 0,4-5 0,-2 6 0,-7 4 0,7-4 0,5-3 0,-9 9 0,0-1 0,11-14 0,-5-2 0,16-21 0,10-1 0,24 1 0,-12 12 0,24 11 0,15 8 0,-7 1 0,-18-5 0,1 4 0,5 4 0,9 6 0,5 5 0,0 0 0,-4-2 0,-9-5 0,4 6 0,-1 1 0,-4-3 0,6 6 0,3 2 0,-6-4 0,-8-9 0,3 2 0,-7-4 0,-4-6 0,-18-14 0,0-3 0</inkml:trace>
  <inkml:trace contextRef="#ctx0" brushRef="#br0" timeOffset="13580">13054 5450 24575,'-45'14'0,"15"0"0,0-3 0,-4 5 0,-3 8 0,-3 7 0,2-3 0,-1-1 0,0 1 0,5-2 0,-4 3 0,1 0 0,5-4 0,-2-2 0,3-1 0,2 3 0,0 3 0,3-5 0,-11 4 0,11-2 0,-2 2 0,-6 3 0,3-4 0,2 2 0,-2-2 0,1-1 0,9-5 0,23-14 0,-13 7 0,22-13 0</inkml:trace>
  <inkml:trace contextRef="#ctx0" brushRef="#br0" timeOffset="15126">12623 6029 24575,'0'21'0,"0"-5"0,0 17 0,0-18 0,0 14 0,0-20 0,5-1 0,-1-1 0,4 1 0,-2-5 0,0 0 0,11-3 0,-9 0 0,22 0 0,-20 0 0,31-19 0,-30 12 0,7-20 0,-3-2 0,-10 15 0,0-16 0,-2 1 0,-3 18 0,-16-28 0,9 33 0,-28-11 0,25 17 0,-26 0 0,23 0 0,-18 3 0,16 0 0,-13 3 0,17-2 0,-6-2 0,14 1 0,0-2 0,3 1 0</inkml:trace>
  <inkml:trace contextRef="#ctx0" brushRef="#br0" timeOffset="35040">13411 5827 24575,'43'0'0,"-1"0"0,-8 0 0,4 0 0,3 0 0,9 0 0,1 0 0,-7 0 0,2 0 0,3 0 0,-11 0 0,9 0 0,6 0 0,1 0 0,-1 0 0,-5 0 0,-8 0 0,0 0 0,-6 0 0,7 0 0,-4 0 0,7 1 0,5-1 0,3 1 0,-1 0 0,-1-1 0,-6 1 0,-6-1 0,4 0 0,-7 0 0,9 1 0,-7 2 0,8 1 0,4 1 0,5 1 0,2 1 0,0-1 0,-1 1 0,-4-1 0,-4 0 0,-7-1 0,5 0 0,-8-1 0,-1 1 0,10 2 0,-8 0 0,7 1 0,6 1 0,2 1 0,3 1 0,0-1 0,-1 1 0,-3 0 0,-5-1 0,-5-1 0,-8-2 0,5 3 0,-9-2 0,6 2 0,6 2 0,11 2 0,3 2 0,-1 0 0,-8-2 0,-13-2 0,4 8 0,-1-3 0,7 3 0,-11-5 0,-15-4 0,22 11 0,-31-18 0,-5-1 0,1-1 0</inkml:trace>
  <inkml:trace contextRef="#ctx0" brushRef="#br0" timeOffset="36406">16205 5822 24575,'27'22'0,"0"0"0,-4-7 0,6 9 0,4 4 0,-1-1 0,-4-3 0,-7-4 0,14 16 0,-3 1 0,-22-22 0,6 10 0,-2 0 0,-8-15 0,10 15 0,-15-19 0,-1-3 0,-15 0 0,3-3 0,-25 12 0,-4 4 0,6-2 0,-4 9 0,-8 7 0,8-4 0,5-1 0,-7 9 0,5-1 0,26-21 0,-6 8 0,16-14 0,0-3 0,0 0 0</inkml:trace>
  <inkml:trace contextRef="#ctx0" brushRef="#br0" timeOffset="37639">14746 4919 24575,'0'25'0,"0"-7"0,0 10 0,0-18 0,0 16 0,0 3 0,0 0 0,5 2 0,3 7 0,-1-5 0,1 13 0,1-13 0,4 5 0,-4-9 0,-3-4 0,8 18 0,-13-35 0,4 11 0,-4-12 0,1 10 0,-2-11 0,3 0 0,-2-3 0,1-3 0</inkml:trace>
  <inkml:trace contextRef="#ctx0" brushRef="#br0" timeOffset="40326">16828 5860 24575,'-34'26'0,"6"-5"0,15 2 0,-4 7 0,1 1 0,4-3 0,1 4 0,-3 14 0,0 7 0,-1-3 0,3-9 0,-1 1 0,1 2 0,2-8 0,-2 10 0,-1 4 0,0 3 0,0-2 0,1-5 0,3-9 0,-5 10 0,1-3 0,3-5 0,-1 8 0,-1 1 0,2-5 0,3-10 0,0 8 0,5-2 0,1 7 0,4-9 0,10-6 0,3 2 0,6 9 0,2 2 0,-2-9 0,-2-7 0,3 0 0,5 0 0,8 7 0,3 1 0,-2-3 0,-8-7 0,-6-4 0,1-4 0,13 0 0,12 1 0,4 0 0,-3-2 0,-10-6 0,-11-4 0,2-2 0,2-2 0,11 1 0,6-1 0,2 1 0,-1-1 0,-5-1 0,-8 0 0,10 0 0,-1-4 0,-11-4 0,8-2 0,4-2 0,2-1 0,-3-1 0,-4 1 0,-9 1 0,9-5 0,-4-2 0,-6 0 0,4-4 0,1-2 0,-1-3 0,0-4 0,1-4 0,-1-1 0,-1 1 0,-4 5 0,-4 5 0,-3 4 0,4-8-410,-2-1 0,5-8 1,4-5-1,1-3 1,0-1-1,-3 4 0,-5 4 1,-6 8-1230,5-8 1,-5 2 1592,-3 3 0,3-6 0,1-3 0,-3 1 0,-3 3-519,-4-5 1,-4 3 0,-2 4 564,0 5 0,-2 0-165,0-12 0,0-5 0,-5 13 165,-10 17 0,-14-6 0,-12-4 0,4 3 0,11 10 0,-3 0 0,-8-5 0,-9-7 0,-5-2 0,-2-1 0,5 2 0,7 6 0,-3-4 0,0 1 0,5 5 0,-9-3 0,-3-2 0,0 1 0,5 2 0,10 6 0,5 3 0,1 3 0,-17-3 0,-11-1 0,0 1 0,10 2 0,15 2 0,0 2 0,-14-1 0,-11 1 0,2-1 0,12 3 0,2 1 0,-1 5 0,-7 1 0,7 1 0,6 3 0,0 1 0,-7-1 0,-5-1 0,-5-2 0,7 1 0,11-2 0,0 1 0,-9-1 0,-8 1 0,1 0 0,12-2 0,6 0 0,-3 7 0,5 2 0,22-3 819,-7 17 0,10-19 0,-1 2 0</inkml:trace>
  <inkml:trace contextRef="#ctx0" brushRef="#br0" timeOffset="42090">17296 6090 24575,'-6'0'0,"-23"0"0,17 0 0,-26 0 0,14 9 0,-2 0 0,-5 11 0,-8 8 0,4-3 0,11-9 0,0 1 0,-8 8 0,-7 7 0,0 0 0,10-9 0,-4-1 0,4 8 0,7-5 0,19-20 0,8 8 0,2-9 0,41 10 0,-14-8 0,7-1 0,14 1 0,3 0 0,-10-2 0,-9 0 0,1-1 0,3-1 0,9 1 0,2 0 0,-3-1 0,-13 0 0,12-2 0,0-2 0,-5 4 0,-18 6 0,-4-4 0,2 18 0,-17-14 0,3 12 0,-3 9 0,-7-11 0,-1 17 0,-4 0 0,-7-12 0,-21 14 0,-6-4 0,5-17 0,-4-2 0,-8 1 0,8-2 0,3-3 0,-4 0 0,-9 3 0,10-2 0,6-1 0,-10 3 0,4-1 0,27-8 0,-6 1 0</inkml:trace>
  <inkml:trace contextRef="#ctx0" brushRef="#br0" timeOffset="42942">17921 6470 24575,'0'30'0,"0"1"0,0-5 0,0 11 0,0 10 0,0-8 0,3-5 0,1 13 0,1-1 0,0-24 0,9 26 0,-10-35 0,4 12 0,-4-21 0,-2 1 0</inkml:trace>
  <inkml:trace contextRef="#ctx0" brushRef="#br0" timeOffset="43795">18244 6820 24575,'-27'17'0,"-1"0"0,-2 4 0,-2 3 0,4-3 0,7-4 0,1-1 0,-18 12 0,-4 3 0,5-2 0,-1 2 0,3-4 0,8-6 0,-1 1 0,-1 2 0,-7 5 0,-1 1 0,4-1 0,7-6 0,-8 15 0,-2-6 0,0-1 0,10-5 0,19-20 0,-13 11 0</inkml:trace>
  <inkml:trace contextRef="#ctx0" brushRef="#br0" timeOffset="45283">17853 7326 24575,'-9'0'0,"5"2"0,-6 20 0,2 7 0,5 0 0,-3 1 0,1-2 0,5-10 0,5-12 0,-1-3 0,7-3 0,-4 0 0,4 0 0,-5 0 0,5 0 0,-4 0 0,9 0 0,-8 0 0,16 0 0,-15 0 0,20-17 0,-22 11 0,11-36 0,-17 31 0,2-39 0,-3 38 0,-11-21 0,6 28 0,-20-3 0,16 8 0,-13 0 0,15 0 0,-7 11 0,7-6 0,1 19 0,4-13 0,2 6 0,0-11 0,0-3 0</inkml:trace>
  <inkml:trace contextRef="#ctx0" brushRef="#br0" timeOffset="59298">17840 7707 24575,'0'23'0,"0"18"0,0 13 0,0-7 0,0-21 0,0 2 0,0 7 0,0 8 0,0 3 0,0-1 0,0-7 0,0 7 0,0-4 0,-1-7 0,0 0 0,0 4 0,0 3 0,0 3 0,0 0 0,-1-7 0,-2-7 0,0 3-410,1 2 0,-1 12 1,0 8-1,-1 4 1,1 0-1,0-2 0,0-7 1,1-10-684,-1-3 1,1-8 0,0 8 875,0 0 0,-1 10 1,-1 6-1,1 4 1,-1 1-1,1-2 1,0-5-1,1-8 1,1-10 216,1-1 0,0-1-202,-1 12 0,0 13 1,-1 3-1,0-4 1,2-13 201,0-15 0,1-2 0,-1 15 0,0 6 0,0-9 0,1-4 0,0-18 0,0 1 0,0-19 0</inkml:trace>
  <inkml:trace contextRef="#ctx0" brushRef="#br0" timeOffset="60810">17459 9609 23111,'0'6'0,"0"14"718,0-8-718,6 17 246,4 4-246,4-3 0,2 14 0,1 0 0,1-6 0,2 10 0,-1-2 0,-7-23 0,3 9 0,-1-1 0,-6-16 124,12 27-124,-16-35 376,6 10-376,-6-13 0,7 1 0,-1-13 0,15-25 0,-5 3 0,8 3 0,10-8 0,2 0 0,-8 5 0,-7 5 0,1-1 0,2 2 0,7-5 0,3-1 0,-5 2 0,-9 7 0,-1-4 0,0 5 0,-4 3 0,-16 12 0,0 4 0,-3-1 0</inkml:trace>
  <inkml:trace contextRef="#ctx0" brushRef="#br0" timeOffset="90050">17616 10078 24575,'-45'0'0,"0"0"0,7 1 0,-7 2 0,-5 0 0,1 0 0,2 1 0,8-1 0,2-2 0,6 1 0,-9 3 0,3 3 0,-10 3 0,-5 3 0,-5 2 0,0 1 0,1 0 0,3 0 0,7-2 0,9-1 0,-4 1 0,9-1 0,-5 8 0,4 1 0,-5 5 0,-4 6 0,-3 2 0,1 2 0,1 0 0,3-1 0,6-3 0,7-5-1093,0 6 1,9-3 0,-2 5 637,0-4 1,-3 2 0,0 3-1,0 2 1,1 2 0,2 0 365,4-2 0,0 3 1,2 2-1,0 1 1,2-1-1,0 0 0,1-2 1,1-4 88,0 4 0,2-4 0,1-2 0,0 3 0,1 6-328,0-4 0,0 6 0,0 3 1,0 4-1,0 0 0,1 0 1,1-1-1,1-3 0,2-5 1,2-5 6,1 8 0,3-7 0,4-2 0,9 6 321,-1-11 0,5 4 0,5 3 0,3 2 0,3 1 0,1 1 0,1-2 0,-1-1 0,-2-4 0,-1-3 0,-5-5-110,10 8 0,-5-8 0,3-2 1,10 6 109,-14-13 0,4 3 0,6 2 0,2 2 0,4 1 0,2 1 0,1 0 0,0 0 0,1 0 0,-1-2 0,-2-1 0,-3-2 0,-2-3 0,-5-3 0,-4-3 0,17 6 0,-9-6 0,1-4 0,9 2 0,-12-3 0,6 0 0,5 2 0,4 0 0,2 0 0,1 0 0,0 0 0,-1-2 0,-4-2 0,-3-1 0,-6-3 0,-7-2 0,13-3 0,-9-5 0,7-6 0,-10 0 0,8-4 0,4-3 0,4-2 0,1-1 0,0-2 0,-2 1 0,-4-1 0,-5 2 0,-8 2 0,11-10 0,-10 1 0,6-9 0,-16 12 0,5-5 0,4-3 0,1-4 0,2-1 0,1-2 0,-1 0 0,-1 0 0,-2 2 0,-3 3 0,-4 3 0,-5 4 868,10-14 1,-9 6-1,1-10-868,-8 11 0,2-8 0,2-5 0,0-4 0,0-2 0,-1 0 0,-2 2 0,-2 4 0,-3 6 0,-4 7 556,0-3 1,-6 8-1,-4-7-556,-3-5 0,-4-10 0,-3-5 0,-2-1 0,-1 2 0,-2 7 0,1 12 0,-12 0 0,-8 3 0,9 5 0,-7-6 0,-5-5 0,-2-2 0,-1 0 0,1 2 0,4 3 0,5 7 1092,-8-5 0,5 6 0,-6-5-789,8 6 0,-6-5 1,-3-2-1,-1-2 0,-1 0 1,3 3-1,4 3 1,5 5-1031,-2-1 1,6 5 0,-2-1 726,-4-3 0,-3-3 0,-1 1 0,0 2 0,1 4 0,-1 0 0,2 3 0,2 1 0,-4-2 0,-5 1-410,10 6 0,-9-3 1,-5 0-1,-4-2 1,1 1-1,1 1 0,6 2 1,7 2-328,-2 0 0,7 2 0,-5-1 737,-5-1 0,-9-2 0,-3-1 0,2 0 0,7 2 0,14 3 0,3-1 0,-6-3 0</inkml:trace>
  <inkml:trace contextRef="#ctx0" brushRef="#br0" timeOffset="91244">17158 10521 24575,'-33'23'0,"0"0"0,0-1 0,0 1 0,-9 8 0,-3 1 0,3-1 0,9-7 0,-7 5 0,11 2 0,-3 7 0,10-6 0,9-4 0,4 16 0,3 0 0,3-24 0,37 8 0,13-4 0,1-18 0,-14-3 0,11 1 0,3-1 0,-2 0 0,-10-1 0,-1-2 0,-2 0 0,12-2 0,4 1 0,-10 4 0,-8 13 0,-17-10 0,-2 18 0,-5 3 0,-7-11 0,-13 15 0,-10 10 0,1-7 0,-11 0 0,3-12 0,-12 5 0,-4 2 0,1-3 0,8-7 0,0-4 0,-1-3 0,-4-1 0,-12 2 0,-2 0 0,3-2 0,13-4 0,10-4 0,3-1 0,-15-3 0,-6 0 0,14-2 0,20-2 0,-3-26 0,20 23 0,0-14 0,0 22 0</inkml:trace>
  <inkml:trace contextRef="#ctx0" brushRef="#br0" timeOffset="92375">17347 11429 24575,'0'-12'0,"0"-2"0,30-21 0,8-1 0,-12 12 0,-1 1 0,5-3 0,-1 7 0,1 15 0,-3 3 0,3-6 0,16 6 0,-41 7 0,-5 15 0,0-9 0,0 10 0,0 13 0,-3-19 0,-11 18 0,-4 0 0,1-16 0,-5 5 0,-7 7 0,5-6 0,2 1 0,-2 0 0,-3 6 0,6-6 0,7-3 0,-4 4 0,8-6 0,31-22 0,6-4 0,9-9 0,-4 4 0,5-2 0,-4 3 0,4-2 0,15-1 0,-6 3 0,-32 10 0,5 0 0</inkml:trace>
  <inkml:trace contextRef="#ctx0" brushRef="#br0" timeOffset="93145">16593 12050 24575,'43'-4'0,"-1"1"0,1-1 0,0 1 0,-2-2 0,-1-1 0,6 2 0,-5 1 0,8 0 0,4 1 0,2-1 0,-1 1 0,-4 0 0,-6-1-820,0 0 1,-5 0 0,-2 0 0,2 1-1,8 1 1,0 1 0,1 1 0,-3-1 500,8 0 1,-2 0 0,-10 0 318,0 0 523,0-1 0,8-1 0,-15 5-523,-24 6 0,10-6 0,-20 6 0</inkml:trace>
  <inkml:trace contextRef="#ctx0" brushRef="#br0" timeOffset="98605">17369 12365 24575,'0'43'0,"0"-15"0,0 7 0,0-11 0,0-4 0,0 21 0,0-27 0,9 13 0,3-2 0,-4-13 0,24 23 0,-27-28 0,13 1 0,-13-5 0,28-3 0,-15 0 0,12-4 0,0 0 0,-10-1 0,20-6 0,-34 5 0,5-11 0,-7 8 0,4-30 0,-7 28 0,2-37 0,-3 34 0,-13-32 0,4 33 0,-28-10 0,20 20 0,-20 3 0,25 0 0,-8 0 0,-2-2 0,6 1 0,-26-2 0,25 3 0,-23 0 0,28 0 0,-8 0 0,17 3 0,3 0 0,1 1 0,1-2 0</inkml:trace>
  <inkml:trace contextRef="#ctx0" brushRef="#br0" timeOffset="103314">18309 8709 24575,'0'-20'0,"12"-19"0,8-12 0,-3 4 0,-7 16 0,0-2 0,5-11 0,4-9 0,-1 0 0,-5 11 0,-6 14 0,-2 3 0,3-11 0,-3 2 0,-5 10 0,0 23 0,0 51 0,0-17 0,0 4 0,0 8 0,0-9 0,3-8 0,6 15 0,4 12 0,-1-11 0,6-7 0,-2 1 0,6 13 0,0 0 0,-4-12 0,1 3 0,-4-3 0,2 12 0,-1 1 0,-4-12 0,-2 4 0,-4-5 0,-1 11 0,0 0 0,-1-12 0,0 2 0,-2 8 0,0-1 0,-2-17 0,-3-13 0,-24-4 0,-6-4 0,9-7 0,-18-1 0,12-2 0,53-2 0,-6-6 0,9 4 0,4-1 0,9-10 0,-13 9 0,18-1 0,-28 7 0,14-1 0,-1 1 0,-14 1 0,19 0 0,-30 0 0,1 0 0</inkml:trace>
  <inkml:trace contextRef="#ctx0" brushRef="#br0" timeOffset="109331">16258 12686 24575,'-28'22'0,"0"0"0,-4 12 0,7-7 0,-7 7 0,0 2 0,5-4 0,-1 8 0,2-1 0,-1-6 0,-2 0 0,0 1 0,-3 4 0,0 0 0,3-4 0,7-11 0,-1 1 0,-4 2 0,-6 5 0,-2 1 0,1-1 0,8-7 0,2-2 0,1-1 0,-5 2 0,-8 6 0,-1 0 0,2-1 0,10-7 0,-5 5 0,4-3 0,-8 8 0,-5 3 0,1 1 0,4-4 0,-6 5 0,4-3 0,-1 2-820,5-6 1,0 1 0,1 0 0,0-2 462,-7 6 0,2-1 0,5-8 357,0-5-169,4-2 0,-5 3 0,4-2 169,-11 7-181,8-8 1,-3 1 0,8-5 180,11-7 0,-15 2 0,27-9 0,0 0 0</inkml:trace>
  <inkml:trace contextRef="#ctx0" brushRef="#br0" timeOffset="110550">14521 13864 24575,'0'9'0,"0"17"0,0 3 0,0-2 0,0 11 0,0 1 0,0-2 0,0-1 0,-8-1 0,-4 8 0,0-5 0,5-13 0,-2 2 0,-6 11 0,-6 12 0,-2 4 0,0-2 0,5-11 0,1-4 0,-1 0 0,0-1 0,-3 7 0,-3 2 0,3-4 0,5-12 0,-5 2 0,1-1 0,10-9 0,21-25 0,1-2 0,13-2 0,2 1 0,-7 1 0,9-2 0,-1 2 0,-15 5 0,10-2 0,-7 3 0,-5 0 0,4 0 0,-10 0 0</inkml:trace>
  <inkml:trace contextRef="#ctx0" brushRef="#br0" timeOffset="111815">15656 14139 24575,'-12'0'0,"3"22"0,6-11 0,3 18 0,0 15 0,0-15 0,0 2 0,0 0 0,0-1 0,14 9 0,2 0 0,-7-14 0,18 9 0,1-7 0,-17-22 0,17-1 0,0-3 0,-15-5 0,23-5 0,-22-13 0,-3-4 0,-1 0 0,-1-4 0,0-8 0,-4 6 0,-4 4 0,-7-20 0,-5 3 0,0 28 0,-19-13 0,-4 5 0,11 18 0,-19-4 0,0 4 0,20 13 0,-25 5 0,37 2 0,-11 23 0,14-22 0,-7 12 0,14-24 0</inkml:trace>
  <inkml:trace contextRef="#ctx0" brushRef="#br0" timeOffset="114067">13740 14543 24575,'-3'-20'0,"2"10"0,-16-5 0,-16-6 0,-11-4 0,-3-2 0,1 3 0,10 4 0,1 2 0,4 4 0,-5-3 0,-1-2 0,-6-4 0,-3-1 0,-3 0 0,0 1 0,1 4 0,-2 2 0,-3 3 0,0 1 0,1 2 0,4 1 0,5 1-320,-2-1 0,7 2 1,-7 0 319,6 0 0,-5-1 0,-4 0 0,0 0 0,0 1 0,4 2 0,6 3 0,-8 4 0,7 3 0,1 1 0,-8-4 0,0 7 0,4 11 0,-4 9 0,2 2 0,8-4 0,11-6 0,2 4 0,-2 5 0,-6 11 0,-2 5 0,0 2 0,4-5 0,7-9 0,0 0 0,5 1 0,4 1 0,-1 10 0,-1 7 0,1 2 0,1-1 0,3-5 0,3-9 0,1 11 0,8 2-328,2-17 0,2 9 0,3 6 1,1 5-1,1 2 0,0 0 1,1-2-1,-1-3 0,0-6 1,-2-7-684,3 13 0,0-10 1,4 9 682,-4-16 0,3 8 0,3 4 1,1 2-1,1 2 0,0 0 1,0-4-1,-2-3 0,0-6 1,-3-8-223,12 14 0,2-7 231,-3-3 0,6 5 1,2 1-1,-2-5 0,-5-8 319,-2-8 0,0-4-153,16 6 0,7 1 1,-8-5 152,1-6 0,1-5 0,13 1 0,2 0 0,-10-3 0,-10 0 0,2-2 0,-3-2 0,9 0 0,6-1 0,3 0 0,-3 0 0,-4-1 0,-9-1 0,9-2 0,0-5 0,-11 1 0,8-3 0,5-2 0,2-2 0,-3 0 0,-6 1 0,-8 0 0,4-7 0,-3-7 0,-4 3 0,6-8 0,4-4 0,-2 0 0,-3 2 0,-8 5 0,-1-4 0,-3-2 0,-3 6 0,4-8 0,1-3 0,0 0 0,-3 3 0,-6 8 0,0-1 0,-3-1 0,2-4 0,4-8 0,0-4 0,-3 3 0,-4 9 0,-4 5 0,-3 1 0,3-10 0,1-9 0,-2 2 0,-2 10 0,-6-5 1460,-9-7 0,-3 3-1460,2 24 0,-15-11 0,-9-9 0,3 5 0,12 14 0,0-2 0,-3-4 0,-5-9 0,-3-4 0,-1-1 0,4 4 0,4 6 0,-2-7 0,1 0 0,2 4 0,-4-8 0,-2-1 0,3 3 0,7 11 0,-4-10 1638,2 8 0,2 11-108,13 23-732,-3 16 1,8-6 0,0 5 0</inkml:trace>
  <inkml:trace contextRef="#ctx0" brushRef="#br0" timeOffset="115325">12798 14552 24575,'-16'0'0,"2"0"0,-33 0 0,24 0 0,-19 2 0,-15 2 0,8 1 0,20 1 0,0 2 0,-6-1 0,-9 2 0,2 0 0,10 0 0,-2 10 0,10 10 0,10 0 0,22-15 0,19 29 0,12-39 0,-5 2 0,8 0 0,10 2 0,-8-2 0,5-1 0,-12 1 0,9 3 0,-1-1 0,-11-3 0,-1-2 0,6 12 0,-4 3 0,-22-7 0,0 24 0,-4 2 0,-5-14 0,-9 18 0,-4-1 0,-5-23 0,-23 7 0,-6-4 0,9-15 0,-1-2 0,-8 1 0,8-2 0,8-2 0,-6-1 0,4 2 0,21 2 0,-3-3 0,11 3 0</inkml:trace>
  <inkml:trace contextRef="#ctx0" brushRef="#br0" timeOffset="116562">13119 14944 24575,'3'-41'0,"7"20"0,7-4 0,3 2 0,-1 14 0,22-3 0,-33 12 0,6 6 0,-10 4 0,1 3 0,-2 38 0,-3-29 0,2 16 0,-1-1 0,-1-21 0,-5 13 0,-3-2 0,2-19 0,1 4 0,41-24 0,-12 1 0,8 6 0,-1 3 0,-17 6 0,15 21 0,-26-11 0,-3 34 0,-6-33 0,-20 26 0,9-34 0,-14 11 0,20-14 0,3 2 0,5-3 0,3-1 0</inkml:trace>
  <inkml:trace contextRef="#ctx0" brushRef="#br0" timeOffset="117368">12579 15596 24575,'14'0'0,"20"0"0,2 0 0,-9 0 0,19 0 0,6 0 0,-5 0 0,-3 0 0,-12 0 0,3 0 0,14-1 0,6 0 0,-9 0 0,-1 0 0,-3-3 0,8-3 0,-10 2 0,-4 2 0,8-5 0,-3 1 0,-23 6 0,12 1 0,-28 6 0,-2 0 0,-3 17 0,3-16 0,-3 10 0</inkml:trace>
  <inkml:trace contextRef="#ctx0" brushRef="#br0" timeOffset="118499">13070 15940 24575,'-1'46'0,"-1"1"0,1-10 0,-1 13 0,1-7 0,4-34 0,24 5 0,-7-14 0,9-5 0,-1-3 0,-7-1 0,3-16 0,-3-3 0,-14 7 0,5-24 0,-2-2 0,-9 22 0,0-17 0,-2 2 0,-3 26 0,-36-16 0,23 27 0,-24 0 0,-4 3 0,24 0 0,-25 8 0,38-4 0,0 10 0,8-10 0,0 1 0</inkml:trace>
  <inkml:trace contextRef="#ctx0" brushRef="#br0" timeOffset="149142">11623 15104 24575,'-45'1'0,"-1"0"0,1 0 0,8-1 0,1 0 0,-1 4 0,-12 9 0,-1 4 0,7-2 0,12-5 0,0 1 0,-5 2 0,-8 4 0,-4 0 0,5 0 0,8-5 0,8-2 0,-1-1 0,-9 2 0,-10 2 0,-5 0 0,3-1 0,11-2 0,5-3 0,-2-1 0,-2 0 0,-10 0 0,-8 2 0,-3-1 0,2 0 0,6-1 0,9-1 0,-8 0 0,0-1 0,8-1 0,-11 0 0,-5 1 0,-2 0 0,2 0 0,8-1 0,11-1 0,2-2 0,2 0 0,-8 2 0,-10-1 0,-3 1 0,3-1 0,11 0 0,11 0 0,-1-1 0,-11 1 0,-13 0 0,-4 0 0,4 0 0,11-1 0,8 0 0,0 0 0,-6-1 0,-10-1 0,-3 0 0,5 0 0,13 0 0,-3-3 0,-10 0 0,10-3 0,33-3 0,5 6 0,2-3 0</inkml:trace>
  <inkml:trace contextRef="#ctx0" brushRef="#br0" timeOffset="150499">9160 15140 24575,'-37'21'0,"1"-1"0,-8 0 0,5-3 0,-8 4 0,6-4 0,-6-1 0,9-3 0,0 0 0,11-3 0,4-1 0,0-3 0,-3 3 0,2 1 0,13-3 0,-9 2 0,16-1 0,1-4 0,20 7 0,3-7 0,3 2 0,11 2 0,-21-7 0,10 7 0,15 2 0,-18-3 0,13 6 0,2 2 0,-1 4 0,7 8 0,-8 1 0,-24-16 0,15 23 0,-16-23 0,3 16 0,-8-18 0,2 3 0,-1-9 0,1 4 0,-1-5 0,1 1 0,-4-2 0,1-2 0</inkml:trace>
  <inkml:trace contextRef="#ctx0" brushRef="#br0" timeOffset="151857">10224 14695 24575,'0'6'0,"0"19"0,0-14 0,0 22 0,0-25 0,0 9 0,0-5 0,0-3 0,0 2 0,10 3 0,-2-9 0,7 6 0,-7-11 0,16-5 0,-13 3 0,29-16 0,-31 12 0,15-15 0,-1-3 0,-11 8 0,9-11 0,-2-1 0,-13 11 0,-3-18 0,-4-2 0,-7 14 0,-15-10 0,-4 4 0,6 20 0,-26-3 0,6 18 0,24 1 0,-7 9 0,3 2 0,15-6 0,-5 16 0</inkml:trace>
  <inkml:trace contextRef="#ctx0" brushRef="#br0" timeOffset="153608">6827 14672 24575,'-38'6'0,"0"1"0,3-4 0,3 9 0,9 25 0,6 15 0,2-7 0,2-19 0,1 2 0,0 8 0,-1 13 0,-1 6 0,1 1 0,2-5 0,3-11 0,3-3 0,1 1 0,1 0 0,-2 10 0,0 5 0,1-1 0,1-6 0,1-10 0,0-6 0,4-2 0,2 16 0,4 10 0,2 0 0,0-12 0,-1-17 0,5-1 0,13 6 0,11 8 0,5 1 0,1-2 0,-7-8 0,-6-8 0,-2-5 0,4 0 0,6 7 0,3 2 0,4-2 0,2-3 0,0-7 0,6-3 0,0-2 0,-4-2 0,-9 0 0,-3-1 0,1 0 0,-2 0 0,7 1 0,6 1 0,-1-1 0,-3-2 0,-7-4 0,13-8 0,-6-3 0,-3 7 0,-1-7 0,-6-13 0,2-12 0,-3-2 0,-6 4 0,-7 1 0,-2-5 0,-4 9 0,2-7 0,3-6 0,2-4 0,1-3 0,0 0 0,0 1 0,-3 3 0,-1 5 0,-4 7 0,5-11 0,-4 8 0,3-10 0,-7 12 0,3-7 0,1-6 0,1-4 0,0-1 0,1-1 0,-2 1 0,-1 3 0,-1 5 0,-4 7 0,-2 7 0,2-6 0,-8 2 0,-5-2 0,-4-11 0,-3-3 0,-2 0 0,-2 8 0,-1 13 0,-4 11 0,-7 6 0,-9-6 0,-11-4 0,-7-3 0,-2 0 0,4 3 0,9 5 0,5 3 0,6 4 0,-7-2-469,0 1 1,-7-2 0,-5-1 0,-1 0 0,2 1 0,4 1 0,10 3-475,-7-1 0,2 2 297,-3 2 1,-10 0-1,-2 0 1,3 1-1,10 2 646,8 1 0,1 3 0,-5-2 0,-7-1 0,2 3 0,6 5 0,5 13 0,5 3 0,-1-7 0,0 3 0,-2 15 0,0 7 0,3-6 0,8-12 0,-1 1 0,-6 9 0,-5 8 0,0 1 0,6-9 0,8-10 0,1-2 0,-6 9 0,-3 3 0,7-9 0,10-12 0,4-6 0</inkml:trace>
  <inkml:trace contextRef="#ctx0" brushRef="#br0" timeOffset="155139">7265 14621 24575,'-17'0'0,"5"0"0,-14 0 0,5-4 0,1 6 0,-17 11 0,16 0 0,-19 10 0,16-2 0,2-1 0,-3 1 0,0 11 0,5-1 0,14-16 0,-3 24 0,16-33 0,19 4 0,-9-10 0,10 0 0,1 0 0,-8 0 0,7 0 0,3 0 0,11 0 0,-7 0 0,-6 1 0,-3 1 0,-15 1 0,23 22 0,-25-15 0,6 34 0,-11-33 0,0 36 0,-3-36 0,-21 26 0,-17-20 0,-1 1 0,-2-7 0,2-3 0,16-3 0,-28 1 0,47-6 0,-1 0 0</inkml:trace>
  <inkml:trace contextRef="#ctx0" brushRef="#br0" timeOffset="156353">7559 14812 24575,'0'11'0,"0"15"0,0 2 0,0 1 0,0 12 0,0-9 0,0 1 0,-1-6 0,2-3 0,6-2 0,3 4 0,6-37 0,7-9 0,0 0 0,-2 7 0,16-11 0,0 2 0,-16 15 0,8-9 0,-2-1 0,-17 10 0,19-22 0,-24 23 0,6-18 0,-8 19 0,-3-9 0,0 5 0,0 5 0,0-1 0</inkml:trace>
  <inkml:trace contextRef="#ctx0" brushRef="#br0" timeOffset="157061">7769 14840 24575,'0'9'0,"0"2"0,0 8 0,0-3 0,8 25 0,-3-23 0,9 12 0,0 0 0,-6-14 0,14 20 0,-19-32 0,0 1 0,0-5 0</inkml:trace>
  <inkml:trace contextRef="#ctx0" brushRef="#br0" timeOffset="157829">8083 15007 24575,'-47'0'0,"19"1"0,-2 2 0,0 0 0,-3 5 0,-2 7 0,-3 6 0,5 0 0,5-1 0,-1 3 0,-1 0 0,-5 6 0,-3 1 0,2 0 0,5-5 0,-3 2 0,0 1 0,4-4 0,-7 4 0,-1 2 0,2-3 0,8-5 0,5-3 0,2-1 0,-13 8 0,-5 3 0,9-5 0,9-1 0,-5-2 0,3-3 0,18-10 0,-6 0 0</inkml:trace>
  <inkml:trace contextRef="#ctx0" brushRef="#br0" timeOffset="159137">7586 15613 24575,'0'27'0,"0"-10"0,0 12 0,0-21 0,2 7 0,4-12 0,1-3 0,19 0 0,-15 0 0,29 0 0,-30 0 0,25-17 0,-26 10 0,21-32 0,-24 25 0,1-20 0,-4-2 0,-9 13 0,-7-15 0,-4 4 0,0 23 0,-11-2 0,1 3 0,12 10 0,-10 11 0,2 3 0,16-2 0,-6 15 0,4 0 0,8-12 0,-2 16 0,6-12 0,-3-12 0,3 8 0</inkml:trace>
  <inkml:trace contextRef="#ctx0" brushRef="#br0" timeOffset="195920">7511 14222 24575,'0'0'0</inkml:trace>
  <inkml:trace contextRef="#ctx0" brushRef="#br0" timeOffset="197737">7498 14257 24575,'0'-38'0,"0"1"0,0-3 0,0 3 0,0-11 0,0 0 0,0 10 0,0-14 0,0 13 0,0-11 0,0-6 0,0 4 0,0 11 0,0 5 0,0 0 0,1 1 0,1-9 0,0-6 0,0-2 0,0 0 0,0 6 0,0 7 0,0 1 0,0 5 0,1-7-365,2 2 1,0-8 0,2-6 0,1-4 0,1-2 0,-1 2 0,0 2 0,-1 6 0,0 8-729,0-9 1,0 8 0,4-9 794,-3 15 0,3-8 0,1-4 0,2-4 0,0-2 0,1-1 0,0 1 0,-1 3 1,0 3-1,-2 6 0,-1 6 740,4-11 1,-1 10 0,4-8-443,-2 8 0,4-9 0,2-4 0,2-3 0,0-1 0,0 2 0,-1 4 0,-4 6 0,-3 9 859,7-10 1,-2 4-860,0 3 0,4-7 0,1-1 0,-4 7 0,-8 14 0,-9 13 0,6-5 0</inkml:trace>
  <inkml:trace contextRef="#ctx0" brushRef="#br0" timeOffset="199079">7729 11354 24575,'12'0'0,"33"0"0,-24 0 0,6 1 0,0-2 0,-6-5 0,2 5 0,3-12 0,1-2 0,2-1 0,1-3 0,7-4 0,-6 3 0,6-3 0,-6 4 0,0 1 0,11 0 0,-26 12 0,23-14 0,-40 21 0,2 38 0,-8-14 0,2 15 0,1 0 0,3-16 0,0 9 0,0-2 0,1-16 0,0 32 0,0-37 0,0 17 0,0-19 0,0 3 0,0-5 0,2 7 0,-1-2 0,4 6 0,-4-3 0,1-7 0,-2 1 0</inkml:trace>
  <inkml:trace contextRef="#ctx0" brushRef="#br0" timeOffset="201599">6303 12544 24575,'0'-24'0,"0"-6"0,0-2 0,0-2 0,0 1 0,0 11 0,0-3 0,0-3 0,-6-12 0,4 17 0,-6-14 0,-2 1 0,4 11 0,-3-7 0,-1-2 0,-1-14 0,4 9 0,-2-1 0,8 27 0,-2 18 0,7 24 0,-1-3 0,4 4 0,7 0 0,4 1 0,0-1 0,-4 0 0,2-2 0,10 2 0,3 0 0,-3-3 0,1 1 0,-3-4 0,-6-6 0,3 2 0,8 8 0,8 11 0,3 2 0,-1-1 0,-9-9 0,-2-3 0,-1-1 0,6 4 0,8 7 0,2 2 0,-3-4 0,-9-9 0,-9-10 0,-1-2 0,12 11 0,6 2 0,-11-7 0,-13-12 0,7 11 0,-22-14 0,-20 19 0,-5 3 0,8-8 0,-11 9 0,-9 8 0,8-10 0,11-12 0,-20 10 0,44-35 0,21-33 0,-17 29 0,8-13 0,1 0 0,-9 11 0,8-10 0,0 1 0,-9 15 0,16-21 0,-21 23 0,7-5 0,-5 4 0,-3 2 0,13-4 0,-13 5 0,15-19 0,-13 17 0,11-16 0,-9 23 0,4-5 0,-5 6 0,-3 3 0,0 0 0,-3 1 0,0-2 0</inkml:trace>
  <inkml:trace contextRef="#ctx0" brushRef="#br0" timeOffset="203634">8279 9840 24575,'-50'3'0,"14"-2"0,9 9 0,-12 13 0,3-1 0,9 7 0,-2 9 0,6-3 0,9-10 0,3 3 0,1 8 0,-1 11 0,2 3 0,1-2 0,3-9 0,4-4 0,2 0 0,0 5 0,1 11 0,0 2 0,1-4 0,-1-13 0,3 9 0,7-10 0,4 8 0,2-1 0,-2-10 0,5-2 0,6 0 0,8 7 0,-5-7 0,4 0 0,-11-9 0,4 3 0,10 2 0,6 2 0,-7-5 0,4 1 0,-6-8 0,13 4 0,4 2 0,-2-3 0,-11-6 0,-7-6 0,0-4 0,5-4 0,9-1 0,2-3 0,-2-1 0,-10-1 0,-6-4 0,-2-5 0,4-6 0,5-7 0,0-2 0,-5 3 0,-4 3 0,-3 1 0,1-1 0,2-3 0,1-2 0,4-6 0,-5 6 0,4-6 0,3-4 0,1 0 0,-2 1 0,-2 3 0,-6 5 0,1 0 0,-5 5 0,4-5 0,0-3 0,5-8 0,3-5 0,0 0 0,-2 2 0,-6 6 0,-8 9 0,1-16 0,-5 6 0,1-5 0,-3 8 0,-6 8 0,-17-13 0,-5 1 0,-1 18 0,-12-1 0,-10-5 0,1 4 0,-1 6 0,-1 2 0,-1 1 0,-3-1 0,3 1 0,0-1 0,-3 2 0,2 6 0,-6 2 0,0 1 0,6-1 0,-1-1 0,-2 1 0,6 3 0,-9 0 0,-4 1 0,-1 0 0,6 0 0,10 1 0,0-2 0,2 3 0,-13 1 0,-10 2 0,2 2 0,17 0 0,13 6 0,-17 12 0,6 2 0,28-10 0,-7 17 0</inkml:trace>
  <inkml:trace contextRef="#ctx0" brushRef="#br0" timeOffset="204881">8443 10099 24575,'-6'0'0,"-3"0"0,3 0 0,-6 0 0,6 0 0,-3 3 0,3 0 0,0 20 0,3-13 0,-4 17 0,0 1 0,4-15 0,-7 27 0,12-36 0,24 1 0,-11-5 0,30-2 0,4-2 0,-17 0 0,3 0 0,7 1 0,-9 0 0,-11-1 0,6 7 0,-4 5 0,-19 1 0,9 23 0,-14 16 0,3-8 0,-13 0 0,-7 8 0,1-7 0,0 2 0,-9-7 0,-6 5 0,5-12 0,7-16 0,-19 2 0,35-16 0,3-1 0</inkml:trace>
  <inkml:trace contextRef="#ctx0" brushRef="#br0" timeOffset="206259">8801 10237 24575,'0'2'0,"0"0"0,0 6 0,0-2 0,0 0 0,0 0 0,0 8 0,5-4 0,-1 8 0,8-3 0,-6-8 0,0-1 0,-3-12 0,-3-7 0,0 3 0,8-15 0,-6 16 0,16-18 0,-13 22 0,14-6 0,-9 11 0,-1 3 0,-4 0 0,-5 8 0,0-4 0,0 23 0,0 5 0,0-9 0,0 19 0,0 0 0,0-25 0,0 6 0,0-1 0,0-15 0,0 21 0,0-26 0,0 5 0</inkml:trace>
  <inkml:trace contextRef="#ctx0" brushRef="#br0" timeOffset="207066">8731 10155 24575,'0'-40'0,"0"19"0,-2-4 0,4-3 0,10-4 0,2 0 0,-4-17 0,8 5 0,-1 5 0,-11 22 0,2-1 0,-8 29 0,0 24 0,0-18 0,0 10 0,0-21 0</inkml:trace>
  <inkml:trace contextRef="#ctx0" brushRef="#br0" timeOffset="207739">9156 10152 24575,'-7'37'0,"-1"1"0,1-1 0,-2 5 0,-2 2 0,-2 7 0,-1 1 0,2-6 0,3-11 0,1-4 0,-2 7 0,0 3 0,-2 9 0,-1 6 0,-1 1 0,1-2 0,1-6 0,2-9 0,-3 6 0,1-3 0,2-4 0,0 7 0,-1 1 0,1-4 0,2-12 0,-3 4 0,4-9 0,4-17 0,3-18 0,0 6 0</inkml:trace>
  <inkml:trace contextRef="#ctx0" brushRef="#br0" timeOffset="208765">9170 10596 24575,'0'51'0,"0"-4"0,3-43 0,0 4 0,27-21 0,-16 7 0,19-24 0,-26 14 0,-3-19 0,-3-2 0,-3 12 0,-6-7 0,-1 10 0,0 33 0,-14 10 0,19-1 0,-1 3 0,5-19 0,0 1 0</inkml:trace>
  <inkml:trace contextRef="#ctx0" brushRef="#br0" timeOffset="-200686.73">8787 9663 24575,'0'-27'0,"0"1"0,-1 0 0,2-2 0,2-19 0,3 12 0,0-6 0,1 5 0,-2 11 0,1-2 0,5-9 0,5-10 0,2-3 0,-1 1 0,-2 10 0,1 2 0,2 0 0,1 0 0,5-10 0,3-4 0,1 0 0,-3 5 0,-5 9 0,2 0 0,-1 3 0,4-4 0,6-7 0,-2 3 0,-9 14 0,-8 13 0,11-9 0,-23 34 0,0-7 0,0 4 0</inkml:trace>
  <inkml:trace contextRef="#ctx0" brushRef="#br0" timeOffset="-199804.73">8859 8528 24575,'36'-4'0,"0"0"0,6-9 0,-1 2 0,11-2 0,1-1 0,-10 1 0,-14 2 0,-2 0 0,16-4 0,4-3 0,-16 10 0,-24 11 0,-2 3 0,-5 4 0,0 11 0,0-7 0,0 4 0,0-1 0,0-10 0,0 26 0,0-22 0,0 25 0,0-27 0,0 19 0,0-22 0,0 7 0</inkml:trace>
  <inkml:trace contextRef="#ctx0" brushRef="#br0" timeOffset="-197959.73">9245 7893 24575,'0'24'0,"6"-10"0,10 15 0,23-12 0,-12-5 0,9 2 0,8 4 0,-6-3 0,8 1 0,-11-3 0,9 3 0,0-1 0,-7-3 0,-11-6 0,0-1 0,14 6 0,5 0 0,-9-5 0,3-1 0,-5-1 0,-7 1 0,4 0 0,9-2 0,13 0 0,4-1 0,-2 0 0,-11 0 0,-2 0 0,0-1 0,1-1 0,9-2 0,4-1 0,-5 0 0,-11-1 0,-8-1 0,-3-4 0,7-9 0,7-6 0,0-5 0,-9 0 0,-11-1 0,-5-3 0,0-1 0,3-1 0,1-3 0,-2 1 0,-3 2-443,-1-12 0,-7 4 443,-5 14 0,-4 1 0,-10-14 0,-4 2 0,2 1 0,-1 6 0,-6-9 0,0 0 0,3 8 0,2 9 0,0 2 0,-7-15 0,-4-7 0,2 6 0,0 9 0,2 3 0,1-2 0,-1-1 0,-8-1 0,-5-1 0,4 6 0,-5-4 0,3 10 0,-12-3 0,-5-2 0,3 3 0,9 5 0,8 6 0,0 2 0,-5-3 0,-7-2 0,-4-2 0,1 2 0,3 4 0,-6 4 0,3 4 0,1 0 0,8-3 0,1-1 0,-4 4 0,-1 5 0,-7 3 0,0 2 0,3 1 0,7 0 0,-1 3 0,3 6 0,-2 8 0,-6 8 0,2 2 0,8-6 0,10-6 0,3 2 0,0 5 0,-3 10 0,0 2 0,2-3 0,4-9 0,3-7 0,1 0 0,-3 10 0,-3 9 0,-1 4 0,1-3 0,5-10 0,4-8 0,1-1 0,-4 10 0,-1 5 0,3-1 0,5 6 0,3-5 0,-3 0 0,6-5 0,2 6 0,1-9 0,1-11 443,8 4 0,2-4-443,-6-17 0,12 4 0,-17-8 0,2 0 0</inkml:trace>
  <inkml:trace contextRef="#ctx0" brushRef="#br0" timeOffset="-196129.73">9698 7052 24575,'0'22'0,"0"-12"0,0 18 0,3-24 0,19 4 0,-11-8 0,33-8 0,-34 6 0,28-8 0,-29 9 0,35-2 0,-32 3 0,35 16 0,-37-9 0,15 36 0,-21-31 0,-3 15 0,-3 1 0,-5-12 0,-13 13 0,-5 0 0,1-13 0,-14 5 0,1-4 0,17-11 0,-22 2 0,37-8 0,-3 0 0</inkml:trace>
  <inkml:trace contextRef="#ctx0" brushRef="#br0" timeOffset="-194612.73">9832 6966 24575,'-6'16'0,"-1"9"0,-2-15 0,0 8 0,3-17 0,0 2 0,0-1 0,0-1 0,-2 4 0,-2-2 0,-1 1 0,1-2 0,7-2 0,4 0 0,4 0 0</inkml:trace>
  <inkml:trace contextRef="#ctx0" brushRef="#br0" timeOffset="-192381.73">10225 7062 24575,'0'30'0,"0"-18"0,0 14 0,0 2 0,0-10 0,0 12 0,0 1 0,0-4 0,-7 22 0,-1 1 0,4-20 0,-5 17 0,1-5 0,7-27 0,3 25 0,2-33 0,7 8 0,4-15 0,-5 0 0,25-5 0,-24 4 0,10-14 0,-1-3 0,-10 5 0,1-16 0,-2-2 0,-6 15 0,-19-26 0,5 37 0,-34-4 0,30 12 0,-26 26 0,34-15 0,-12 25 0,18-27 0,1 2 0,1-12 0,1-2 0</inkml:trace>
  <inkml:trace contextRef="#ctx0" brushRef="#br0" timeOffset="-191562.73">10663 7408 24575,'-37'30'0,"10"-6"0,-6 10 0,0 1 0,2-2 0,8-10 0,-2 5 0,-1 1 0,-2 3 0,0 2 0,3-5 0,5-11 0,0 0 0,-9 15 0,-4 6 0,7-11 0,12-17 0,-14 28 0,21-25 0,-8 12 0,5-14 0,-9 5 0,14-13 0,-6 4 0</inkml:trace>
  <inkml:trace contextRef="#ctx0" brushRef="#br0" timeOffset="-189171.73">10542 7966 24575,'0'-18'0,"0"4"0,0-18 0,0 19 0,0-14 0,0 20 0,3-5 0,5 1 0,-3 4 0,8-12 0,-12 11 0,5-9 0,-6 11 0,-3-3 0,2 8 0,10 50 0,-3-29 0,4 18 0,1-1 0,-3-23 0,6 25 0,-7-30 0,6 26 0,-5-28 0,11 24 0,-12-25 0,23 29 0,-20-24 0,8 10 0,-1 1 0,-8-8 0,10 24 0,-15-26 0,-2 18 0,-2-22 0,-30 14 0,19-17 0,-23 3 0,31-13 0,0 1 0,6-5 0,19-7 0,-12 7 0,31-18 0,-31 18 0,8-8 0,-2 6 0,-10 1 0,10 1 0,-10 4 0,-2 5 0,-2 0 0</inkml:trace>
  <inkml:trace contextRef="#ctx0" brushRef="#br0" timeOffset="-163034.73">8252 8897 24575,'0'11'0,"0"5"0,0 0 0,0 5 0,0-11 0,0 1 0,0 14 0,0-11 0,2 37 0,2-35 0,7 22 0,-4-33 0,9 6 0,-9-11 0,18-14 0,-11 5 0,9-13 0,-11 9 0,-3 1 0,11-26 0,-11 25 0,7-11 0,-1 1 0,-10 14 0,16-18 0,-16 19 0,6-19 0,-8 18 0,-14-21 0,2 24 0,-16-3 0,-3 1 0,7 8 0,-15-1 0,0 2 0,17 2 0,-23 8 0,35-4 0,-7 15 0,13-14 0,-4 14 0,5-4 0,0-1 0,3 4 0,-3-14 0,3-2 0</inkml:trace>
  <inkml:trace contextRef="#ctx0" brushRef="#br0" timeOffset="-131220.73">12483 4749 24575,'0'-21'0,"0"-9"0,0 2 0,0 1 0,0 1 0,0 0 0,0-15 0,0 0 0,0 0 0,3-4 0,0-1 0,0-10 0,2 10 0,4 1 0,-3 5 0,0 2 0,3 9 0,-2 19 0,9-18 0,1-2 0,-2 9 0,9-8 0,11-10 0,2-1 0,-6 6 0,-7 7 0,2 0 0,1 4 0,7-5 0,5-2 0,2-2 0,-1 2 0,-4 4 0,-7 5 0,4-3 0,3 4 0,-3 5 0,10-3 0,6 0 0,2 0 0,-2 1 0,-5 3 0,-9 4 0,2 4 0,1 3 0,-2-2 0,9 0 0,4 0 0,0 0 0,-5 1 0,-10 2 0,-4 1 0,-1 2 0,20 4 0,8 3 0,-12 1 0,-9 2 0,8 17 0,-3 2 0,-23-13 0,3 17 0,-4 1 0,-12-18 0,0 21 0,-2 2 0,-3-15 0,-1 10 0,-2 10 0,1-8 0,-3 4 0,-2-1 0,-1 9 0,0-9 0,-3 0 0,1-6 0,-3 2 0,-4 5 0,0-3 0,5-16 0,-1 2 0,-10 17 0,-5 6 0,2-6 0,10-17 0,-4-1 0,-4 3 0,-7 5 0,-2 1 0,0-1 0,7-7 0,0-1 0,-1-2 0,-5 2 0,-8 4 0,-2 2 0,2-3 0,9-6 0,7-5 0,0-2 0,-21 9 0,-7 2 0,9-5 0,7-5 0,-11-2 0,3-4 0,27-8 0,-18-26 0,35 17 0,0-16 0</inkml:trace>
  <inkml:trace contextRef="#ctx0" brushRef="#br0" timeOffset="-129969.73">13118 4730 21657,'0'6'0,"0"8"1403,0-4-1403,0 5 492,0-4-492,0-4 251,-22 19-251,10-13 772,-25 14-772,25-20 0,-3 6 0,10-11 0,-7 36 0,4-25 0,-3 13 0,2-1 0,6-15 0,20 9 0,-3-19 0,16 0 0,0 0 0,-13 0 0,13 5 0,-1 1 0,-18-1 0,11 9 0,0 2 0,-12-6 0,19 24 0,-24-24 0,8 6 0,-12-14 0,2-2 0</inkml:trace>
  <inkml:trace contextRef="#ctx0" brushRef="#br0" timeOffset="-128330.73">14318 3773 24575,'0'13'0,"0"-5"0,0 25 0,0-22 0,0 25 0,0-24 0,9 33 0,-7-26 0,8 11 0,2-1 0,-6-14 0,10 16 0,-4-25 0,-5-3 0,19 0 0,-16-3 0,23-14 0,-25 8 0,2-16 0,-1-4 0,-2 9 0,-3-10 0,-2 0 0,1 14 0,-3-13 0,0 3 0,0 9 0,-19-16 0,11 22 0,-39-7 0,35 12 0,-17 1 0,1 1 0,16 1 0,-30 3 0,36 0 0,-13 14 0,18-9 0,-4 9 0,5-14 0,0-1 0</inkml:trace>
  <inkml:trace contextRef="#ctx0" brushRef="#br0" timeOffset="-114005.73">16393 7251 24575,'-46'0'0,"0"0"0,17 0 0,-3 0 0,-6 0 0,-9 0 0,-4 0 0,3 0 0,7 0 0,0 0 0,-1 0 0,3 0 0,-9 0 0,-5 0 0,1 0 0,4 0 0,11 0 0,2 0 0,0 0 0,0 1 0,-10-1 0,-3 0 0,-2 0 0,6 0 0,7-1 0,-3 0 0,1-1 0,3-2 0,-8 0 0,-4-2 0,1 0 0,3 0 0,7 1 0,-4-4 0,-1-2 0,5 1 0,-8-3 0,-4-1 0,0-1 0,4 0 0,7 3 0,4 0 0,5 1 0,-5-3 0,-2 0 0,-7-2 0,-4-3 0,-2 0 0,2 0 0,4 2 0,7 1 0,0-2 0,5 2 0,-2 0 0,-5-2 0,-4 0 0,-1-2 0,1 0 0,-2-2 0,0-3 0,3 2 0,7 4 0,8 6 0,0-1 0,-9-8 0,-12-7 0,-2-2 0,4 2 0,12 7 0,-5-2 0,0-6 0,-7-7 0,9 10 0,11 12 0,-12-11 0,1 3 0,20 17 0,4-8 0,48 12 0,18 4 0,-4-2 0,-3 2 0,10 0 0,-14 0 0,-17 0 0,6 1 0,0-1 0,-9-2 0,-10 0 0,6 3 0,-19-2 0,-3 4 0,-21 2 0,-6-2 0,1 1 0,-10-2 0,-10 1 0,7-3 0,1-2 0,1-1 0,-7-2 0,10 1 0,11 1 0,-6-3 0,4 2 0,19 4 0,-5 10 0,14-5 0,0 7 0,5-3 0,0 0 0,3 0 0,7 29 0,-7-23 0,0 21 0,-2 2 0,-2-18 0,-1 29 0,-3-29 0,0 25 0,0-21 0,0 10 0,0-3 0,0-18 0,0 12 0,0-1 0,0-12 0,0 8 0,0-19 0</inkml:trace>
  <inkml:trace contextRef="#ctx0" brushRef="#br0" timeOffset="-112048.73">14002 7052 24575,'3'30'0,"3"-5"0,3-1 0,0-5 0,4 9 0,0 0 0,-4-10 0,6 15 0,-3-15 0,-5-3 0,6 7 0,0 1 0,-4-3 0,10 12 0,-1-1 0,-7-13 0,7 5 0,0-2 0,-8-10 0,10 7 0,2-10 0,-12-4 0,23-34 0,-27 12 0,4-18 0,0-3 0,-6 12 0,3-19 0,-3 19 0,-2 3 0,-1 5 0,2-28 0,-3 32 0,0 4 0,-8-11 0,3 14 0,-26-9 0,20 11 0,-40-1 0,39 5 0,-33 2 0,32 0 0,-8 0 0,-16-3 0,24-1 0,-14 1 0,1 0 0,15 0 0,-25-3 0,27 5 0,-13-2 0,15 3 0,-5 6 0,9-2 0,0 4 0,6-2 0,-2-3 0,1 0 0</inkml:trace>
  <inkml:trace contextRef="#ctx0" brushRef="#br0" timeOffset="-76436.73">18723 10884 24575,'5'-33'0,"0"0"0,1 6 0,6-3 0,8-2 0,7-8 0,5-3 0,-2 3 0,-5 6 0,0 0 0,2-2 0,-1 7 0,7-7 0,4-3 0,2-2 0,-1 3 0,-5 4 0,-6 9 0,-1 2 0,-1 3 0,3-5 0,5-4 0,4 0 0,1 5 0,8 7 0,4 5 0,-1 3 0,-7 0 0,-4-2 0,1 2 0,2 4 0,11-1 0,6 0 0,-1 2 0,-7 2 0,-12 1 0,-9 3 0,-3 5 0,6 8 0,8 8 0,5 5 0,0 3 0,-6-1 0,-8-2 0,-8 1 0,-6 0 0,1 6 0,3 3 0,3 7 0,2 4 0,-1 0 0,-2-2 0,-5-8 0,-2-2 0,-4-6 0,-1 7 0,-2 4 0,1 7 0,-2 4 0,0 1 0,-1-6 0,-2-8 0,2 4 0,-2-1 0,-2 2 0,-1 11 0,-1 2 0,-1-5 0,-2-13 0,-7 10 0,-7-13 0,-9 7 0,-2 1 0,3-9 0,0-9 0,-2-2 0,0 1 0,-3 3 0,-4 0 0,-2-1 0,-2-4 0,-4 0 0,-2-1 0,2-2 0,4-1 0,1 0 0,4-2 0,-6 1 0,2-2 0,-6 3 0,-3 0 0,-1 0 0,2-3 0,5-4 0,-11-3 0,5-5 0,1 1-675,4 1 1,2 1 0,0-1 674,0-3 0,0-1 0,6-3 0,-4-5 0,15 1 0,-2-16 0,20 11 0,16-20 0,8-4 0,2 8 0,6-1 0,11-7 0,2-1 0,-7 6 0,-8 8 0,0 1 0,8-4 0,6-6 0,0 2 0,-12 6 0,-3 1 0,-2 4 0,-6 2 0,-17 11 2023,-4 5-2023,-11 6 0,-12 20 0,1 4 0,9-7 0,-6 6 0,5-4 0,17-18 0,-1-3 0,-2 5 0,3-3 0,-8 18 0,-6 12 0,0-6 0,-4-1 0,3 2 0,-4 7 0,1-13 0,-8-18 0,4 1 0,-7-10 0,17 0 0,7 0 0,23 0 0,-4 0 0,5 0 0</inkml:trace>
  <inkml:trace contextRef="#ctx0" brushRef="#br0" timeOffset="-75697.73">18138 12053 24575,'9'0'0,"-5"0"0,2 0 0</inkml:trace>
  <inkml:trace contextRef="#ctx0" brushRef="#br0" timeOffset="-74531.73">19251 12022 24575,'18'17'0,"3"8"0,4 7 0,-2-3 0,3 8 0,-3-6 0,2 5 0,-5-9 0,-6-12 0,-5 2 0,-3-11 0,-6 0 0,2 0 0,-1-3 0,2 0 0</inkml:trace>
  <inkml:trace contextRef="#ctx0" brushRef="#br0" timeOffset="-73441.73">20732 9559 24575,'0'13'0,"0"20"0,0-18 0,0 31 0,0-5 0,0 10 0,1-12 0,-1 9 0,2 2 0,0-7 0,2-2 0,1 4 0,-1-4 0,0 11 0,1 4 0,0 0 0,0-5 0,1-10 0,2-2 0,0-1 0,0 2 0,0 9 0,1 2 0,-1-5 0,-2-12 0,1 2 0,4 9 0,-2-6 0,-8-31 0,5 6 0</inkml:trace>
  <inkml:trace contextRef="#ctx0" brushRef="#br0" timeOffset="-72180.73">20718 9632 24575,'0'36'0,"0"-2"0,-14 8 0,8-17 0,-7-1 0,0-1 0,5-9 0,-5 10 0,0 0 0,3-10 0,-6 11 0,-1-1 0,7-11 0,-15 14 0,24-23 0,-1 2 0,5-6 0,0 0 0</inkml:trace>
  <inkml:trace contextRef="#ctx0" brushRef="#br0" timeOffset="-70916.73">20691 10844 24575,'20'0'0,"26"-6"0,3-1 0,-9 4 0,11-5 0,-3 0 0,-25 4 0,-1 0 0,-4 1 0,-3 3 0,0 0 0,0 0 0,0 0 0,-4 0 0,-7-2 0,1-2 0,-5 1 0,0 0 0</inkml:trace>
  <inkml:trace contextRef="#ctx0" brushRef="#br0" timeOffset="-21201.73">12510 14039 24575,'0'-32'0,"0"-15"0,0-6 0,3 18 0,2-4-656,3 0 1,3-7-1,3-4 1,0 1 0,-1 6-438,1 2 1,0 5 0,7-12 919,-9 21 1,4-5-1,1-4 1,3-4-1,2-3 1,1-2-1,2-3 1,1-2-1,0 0 1,1-2-1,0 0 1,0 1 0,-1 1-1,0 0 1,-1 3-1,-2 2 1,-1 2-1,-1 4 1,-3 4 126,7-15 0,-3 6 0,-2 5 0,-1 0 0,1 0 0,3-6 0,4-7 46,-9 19 0,2-4 0,1-3 0,3-3 0,0-2 0,1-3 0,2 0 0,0-3 0,1 0 0,1-1 0,-1 0 0,1-1 0,0 1 0,-1 1 0,0 1 0,-1 1 0,-1 2 0,-1 2 0,-1 3 0,-2 2 0,-2 3 0,-1 4 0,-2 3-548,12-20 0,-5 10 0,-3 5 0,1-1 1,4-7 547,-3 5 0,1-2 0,1-3 0,1-1 0,1-1 0,1 0 0,-1 0 0,1 1 0,-1 1 0,0 1 0,1-1 0,0-1 0,1 1 0,0 1 0,-1 1 0,-1 2 0,-2 2 0,-1 3 466,6-9 0,-3 6 1,1-1-1,5-7-466,-10 14 0,3-5 0,2-4 0,3-2 0,0-3 0,1 1 0,1 0 0,-2 1 0,-1 2 0,-2 4 0,-3 4 0,-4 6 0,12-11 0,-6 9 0,4-5 0,-4 4 0,5-7 0,2-2 0,0-1 0,0 2 0,-5 5 0,-4 5 0,4-2 0,1 0 0,-4 2 0,8-7 0,4-4 0,1-1 0,-1 1 0,-4 4 0,-7 7 0,4-3 0,0-1 0,-3 4 0,7-8 0,5-4 0,0-2 0,-1 2 0,-5 5 0,-9 8 0,0 0 0,-4 3 1092,8-7 0,3-4 0,1 0-898,2-3 1,0-1-1,-5 8-194,6-3 0,-12 10 0,6-7 0,4-5 0,1-1 0,-3 3 0,-6 6 0,6-5 0,-1 1 0,-4 3 0,5-6 0,1-1 0,-3 2 0,-4 5 0,-2 0 0,-1 2 1092,7-9 0,2-4 0,-6 7 2184,2-1-3153,-5 1 0,-1 2 0,-10 18 1,-9 5-1</inkml:trace>
  <inkml:trace contextRef="#ctx0" brushRef="#br0" timeOffset="-20073.73">16025 7887 24575,'6'0'0,"25"0"0,4 0 0,-11 0 0,14 1 0,6-2 0,2-6 0,-3-1 0,-1 1 0,0-3 0,1-1 0,-10 3 0,-4 0 0,-4-4 0,12 1 0,-3 2 0,-22 4 0,4 5 0,-13 28 0,-3-8 0,0 21 0,-3-9 0,3-6 0,-2 12 0,1 1 0,1-11 0,0 17 0,0-1 0,0-21 0,3 4 0,-1-1 0,0-10 0,3 3 0,-5-13 0</inkml:trace>
  <inkml:trace contextRef="#ctx0" brushRef="#br0" timeOffset="-18961.73">13350 10189 24575,'-3'45'0,"5"-18"0,13 10 0,4-1 0,-5-11 0,9 5 0,6 8 0,-5-8 0,-2-3 0,4 4 0,6 8 0,-6-8 0,-4-5 0,7 9 0,-4-3 0,-20-24 0,6 2 0</inkml:trace>
  <inkml:trace contextRef="#ctx0" brushRef="#br0" timeOffset="10088.27">8012 16056 24575,'41'10'0,"0"1"0,0-1 0,-10 0 0,1 0 0,2 0 0,8 2 0,3 2 0,-1-1 0,-5-1 0,4 2 0,-4 0 0,0-1 0,1 0 0,1 0 0,1 1 0,-2-2 0,2 1 0,-1 0 0,-4-2 0,0 2 0,2 1 0,2 2 0,9 4 0,3 3 0,-2-2 0,-8-3 0,-10-5 0,-4-2 0,7 3 0,1 0 0,7 3 0,6 2 0,0 1 0,-1-1 0,-5-3 0,-8-4 0,6 0 0,0-1 0,-1-1 0,9 2 0,6 1 0,-1-1 0,-5-1 0,-11-3 0,-2-3 0,-1-2 0,2 1 0,8 1 0,4-1 0,-5 0 0,-8-1 0,-4-2 0,-1-2 0,4-1 0,8-2 0,5 0 0,2-1 0,-5 0 0,-7 1 0,11-2 0,1-3 0,-16 2 0,8-2 0,5-1 0,3-2 0,-1 1 0,-1-1 0,-5 0 0,-7 2 0,10-6 0,-9 1 0,4-2-656,-1 3 1,3-2-1,2 0 1,-3 1 0,-8 0 78,6-7 0,-5 1 364,-3 2 0,2 0 1,-5 2 212,11-10 0,8 3 0,-7 3 0,-31 15 0,11-3 0,-17-11 3091,-1 10-3091,13-21 0,4 5 0,1 0 0,9-14 0,-6 10 0,4-5 0,-6 6 0,-1 1 395,-1 1 1,-3 5-1,-15 19 1,0 0 0</inkml:trace>
  <inkml:trace contextRef="#ctx0" brushRef="#br0" timeOffset="11366.27">11427 15972 24575,'48'0'0,"-12"0"0,5 0 0,-5 0 0,-10 0 0,1 0 0,10 0 0,4 0 0,-11 0 0,-13 0 0,5 0 0,-16 0 0,0 0 0,0 0 0,5 0 0,-4 0 0,7 2 0,-8 1 0,8 14 0,-9-9 0,2 19 0,-1 4 0,-4-9 0,-1 11 0,1 9 0,0-8 0,1-3 0,-2 20 0,1-4 0,4-30 0,-2 20 0,-2-34 0,-2-1 0</inkml:trace>
  <inkml:trace contextRef="#ctx0" brushRef="#br0" timeOffset="12875.27">9657 16951 24575,'0'35'0,"0"0"0,0 4 0,0-8 0,0-4 0,0-14 0,0 7 0,0-14 0,5-3 0,5-1 0,-1-2 0,8 0 0,-10 0 0,4 0 0,3 0 0,-6-2 0,11-7 0,-12 2 0,14-21 0,-12 15 0,4-11 0,-1-2 0,-7 7 0,9-27 0,-13 31 0,2-2 0,-3-6 0,0 14 0,-26-22 0,15 25 0,-17-2 0,-2 2 0,11 6 0,-9 4 0,1 1 0,10 0 0,-15 11 0,27-6 0,-2 0 0,9-5 0</inkml:trace>
  <inkml:trace contextRef="#ctx0" brushRef="#br0" timeOffset="67316.27">9768 9922 24575,'22'-23'0,"1"0"0,7-5 0,-5 7 0,10-5 0,3-3 0,0 1 0,-6 5 0,5-3 0,4 0 0,-11 7 0,6-4 0,6-3 0,2-2 0,0 1 0,-2 1 0,-4 3 0,-7 4 0,12-6 0,2 0 0,-11 6 0,8-4 0,6-3 0,2-2 0,0 1 0,-3 1 0,-6 4 0,-9 5 0,1 0 0,0 1-410,-2 2 0,8-3 1,5-3-1,4 0 1,0-1-1,-1 2 0,-6 3 1,-8 3-1230,14-4 1,2 3 1310,-15 6 0,10-2 0,5-1 1,6-1-1,1 0 0,2 1 1,-3 0-1,-2 1 0,-6 1 1,-8 2-170,14-1 1,-9 3-1,10-1 244,-18 3 0,7-1 0,4 1 0,4-2 1,3 1-1,1 0 0,0 1 0,-2-1 0,-2 1 1,-4 0-1,-6 1 0,-6 0 253,15 1 0,-10 2 0,5-1 0,-2 1 0,6-2 0,3 1 0,0 2 0,0 0 0,-3 3 0,2 4 0,1 3 0,-2 2 0,-4-1 0,-5-1 0,-7-3 0,-4 0 0,6 2 0,-1 1 0,7 4 0,4 1 0,4 2 0,-2 0 0,-2-1 0,-6-2 0,-7-2 0,5 3 0,1 2 0,-5-3 0,8 6 0,6 2 0,2 2 0,2 0 0,-3 0 0,-6-4 0,-7-3 0,0 0 0,-6-3 0,6 3 62,1 1 1,9 5 0,3 3 0,3 0 0,-3-1 0,-6-3 0,-9-5-63,3 3 0,-2-2 222,4 1 0,9 4 0,3 0 0,-4-1 0,-9-5-222,-6-3 0,0-1-234,2 0 1,7 4 0,3 1 0,-4-2 0,-9-4 233,9 5 0,-8-1 0,8 6 0,-1 1 0,-6-5 0,-10-4 0,-1 0 1075,5 5 0,5 5 0,1 3-1075,-2-2 0,3 4 0,0 2 0,-1-2 0,-5-5 0,6 5 0,0 0 0,0 0 0,8 7 0,1 1 0,-3-4 0,-11-11 0,2-1 0,8 5 0,-4-4 0,-20-17 3276,12 9-2706,-16-13 2706,-3-3-3148,-19-34 0,9 25 0,-18-28 1</inkml:trace>
  <inkml:trace contextRef="#ctx0" brushRef="#br0" timeOffset="68523.27">15501 9648 24575,'17'36'0,"1"0"0,-1 0 0,0 0 0,-3 3 0,1-1 0,4-4 0,5 3 0,-2 0 0,-4-7 0,-1 16 0,3-6 0,-7-11 0,-11-19 0,13 10 0,3 0 0,-9-4 0,13 15 0,1-2 0,-13-17 0,8 14 0,1-1 0,-10-14 0,14 27 0,-19-29 0,12 33 0,-11-28 0,9 15 0,-7-9 0,-13-14 0,-27-3 0,-19-5 0,6 0 0,19 0 0,-2 0 0,-15-1 0,-12-1 0,1 1 0,14 2 0,2 5 0,3-2 0,-2 2 0,-9 12 0,20-10 0,-5 5 0,1 1 0,12-7 0,-9 10 0,24-12 0,2 0 0</inkml:trace>
  <inkml:trace contextRef="#ctx0" brushRef="#br0" timeOffset="70631.27">11980 8577 24575,'4'-48'0,"-1"21"0,0-2 0,-2-8 0,-1-4 0,1 3 0,0-2 0,1 4 0,0 7 0,-1 1 0,-1-20 0,1 4 0,2 15 0,-3 10 0,0 52 0,0-7 0,5 8 0,4 9 0,-1-7 0,3-4 0,6 4 0,7 7 0,-1-8 0,7-8 0,-6-1 0,6 8 0,0 0 0,-5-7 0,10 8 0,-3-2 0,5 7 0,-10-10 0,-11-15 0,6 5 0,-2-1 0,-15-12 0,5 10 0,-10-11 0,-41 9 0,21-10 0,-17 1 0,-1-1 0,19-1 0,-15 7 0,30-4 0,-1 7 0,7-10 0,15-10 0,-4 0 0,10-6 0,1-2 0,-2 1 0,17-8 0,0 0 0,-14 5 0,13-3 0,-4 1 0,-26 10 0,24-6 0,-30 8 0,9 0 0,-11 2 0,0 2 0</inkml:trace>
  <inkml:trace contextRef="#ctx0" brushRef="#br0" timeOffset="104631.27">9976 6795 24575,'23'-31'0,"1"0"0,0-1 0,8-2 0,2-2 0,-7 7 0,3-3 0,0 1 0,-3 5 0,6-1 0,-1 4 0,8-6 0,-5 4 0,-13 13 0,7-5 0,-1 2 0,-9 8 0,4-5 0,16-9 0,12-7 0,-6 4 0,-16 7 0,0 0 0,7-4 0,9-5 0,3-2 0,-4 2 0,-10 7 0,-9 5 0,-1 2 0,13-7 0,5-1 0,-12 7 0,-15 10 0,13-3 0,-25 3 0,-3 0 0,0 0 0</inkml:trace>
  <inkml:trace contextRef="#ctx0" brushRef="#br0" timeOffset="105684.27">10845 5960 24575,'18'0'0,"-4"0"0,15 0 0,9 0 0,1 0 0,-1 0 0,2 0 0,5 0 0,7 0 0,-1 0 0,-22 0 0,1 0 0,21 0 0,-6 0 0,-25 3 0,-17 3 0,-3 11 0,-3-2 0,-9 26 0,3-23 0,-9 18 0,-2 2 0,4-15 0,-6 14 0,1-1 0,11-22 0,-9 19 0,15-29 0,1 4 0,1-8 0</inkml:trace>
  <inkml:trace contextRef="#ctx0" brushRef="#br0" timeOffset="107072.27">9361 6265 24575,'-2'3'0,"15"6"0,0 5 0,10-2 0,-7 3 0,27 6 0,-28-15 0,32 11 0,-2-30 0,-20 4 0,5-5 0,7-4 0,-8 2 0,-4-3 0,9-4 0,10-5 0,-10 5 0,-9 4 0,10-14 0,-4 1 0,-24 17 0,-17-16 0,-7 0 0,2 17 0,-30-6 0,-4 5 0,23 15 0,-15 3 0,-12 2 0,10-1 0,8 2 0,-4 5 0,-10 2 0,12-1 0,15 0 0,-6 14 0,5 2 0,19-12 0,0 11 0,2-1 0,2-12 0,16 25 0,-10-31 0,24 10 0,-22-18 0,9 0 0,-14 0 0,0 0 0</inkml:trace>
  <inkml:trace contextRef="#ctx0" brushRef="#br0" timeOffset="120791.27">10730 7523 24575,'32'0'0,"-1"0"0,-5 0 0,2 0 0,7-1 0,5 1 0,-1 1 0,5 0 0,0 0 0,-2 1 0,3 0 0,-4 1 0,-7 0 0,-1 1 0,12 3 0,-4 1 0,-9 1 0,6 1 0,9 3 0,-7-1 0,-15-6 0,2 1 0,7 1 0,10 2 0,6 2 0,1-1 0,-3 0 0,-8-3 0,-6-2 0,-4-1 0,7 0 0,-1 1 0,8 1 0,6 1 0,4 0 0,3 1 0,1 0 0,-3-1 0,-2 0 0,-6-1 0,-8-1 0,14 1 0,-10-2 0,10 2 0,-13-2 0,6 0 0,6 1 0,4 1 0,0 0 0,1 0 0,-3-1 0,-4 0 0,-7-2 0,-7 0 0,14 0 0,0 0 0,-13 0 0,10 1 0,5 1 0,4 0 0,-1 0 0,-4 0 0,-5-1 0,-10-1 0,7-1 0,-1 0 0,-7 1 0,10 1 0,5 2 0,3-1 0,0 1 0,-3-2 0,-7 0 0,-10-1 0,3-2 0,-1-1 0,2 2 0,10 1 0,5 1 0,0-1 0,-4 0 0,-9-1 0,7-2 0,-2 0 0,-1 0 0,7 1 0,-1 0 0,-8 0 0,-3-2 0,-3 0 0,7-2 0,3 0 0,-8-1 0,0-2 0,-2 1 0,-1-2 0,0-4 0,0-2 0,1 0 0,-10 3 0,4 0 0,9-4 0,10-3 0,1 0 0,-10 3 0,-9 1 0,0 1 0,11-5 0,11-4 0,-2 0 0,-11 3 0,3-4 0,-3 0 0,8-3 0,-8 4 0,2 3 0,-4-1 0,8-5 0,-9 4 0,1 2 0,1-3 0,7-6 0,-8 5 0,-3 3 0,-4 1 0,6-3 0,-8 4 0,-8 6 0,23-13 0,-35 19 0,-5-2 0,-12 6 0,-15 0 0,12 0 0,-2 0 0</inkml:trace>
  <inkml:trace contextRef="#ctx0" brushRef="#br0" timeOffset="121976.27">15622 7384 24575,'48'0'0,"-22"0"0,6 0 0,-1 0 0,-10 0 0,14 0 0,-19 0 0,15 0 0,-13 0 0,19 0 0,1 0 0,-14 0 0,14 3 0,-2 0 0,-23-2 0,13 7 0,-23-5 0,-1 3 0,-2 2 0,0 7 0,-2-5 0,-8 18 0,-4 12 0,1-5 0,-2 3 0,3-6 0,-3 11 0,-2 4 0,2-3 0,3-10 0,4-7 0,1-1 0,-5 13 0,-3 9 0,-1 0 0,5-13 0,1-4 0,-1 9 0,0-7 0,5-28 0,2 6 0,2-11 0</inkml:trace>
  <inkml:trace contextRef="#ctx0" brushRef="#br0" timeOffset="123948.27">12143 7251 24575,'25'-31'0,"1"1"0,-1 0 0,3 3 0,-3-3 0,-6-8 0,-2-5 0,-4 7 0,-2 2 0,0-3 0,-5 13 0,-7 26 0,-1 49 0,5-25 0,4 22 0,4 0 0,-1-25 0,-2 3 0,2 2 0,10 18 0,-13-24 0,7 15 0,1 0 0,-7-17 0,-1 16 0,-2-1 0,-2-17 0,-8 8 0,-4-2 0,0-19 0,-33 5 0,-6-3 0,15-7 0,-15 3 0,5-3 0,30-2 0,4 1 0,30 0 0,10-1 0,-7 2 0,27-1 0,0-1 0,-27 2 0,18-2 0,-1 1 0,-25 1 0,21 0 0,-14 0 0,-10 0 0,11 0 0,-20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07T14:22:58.709"/>
    </inkml:context>
    <inkml:brush xml:id="br0">
      <inkml:brushProperty name="width" value="0.05292" units="cm"/>
      <inkml:brushProperty name="height" value="0.05292" units="cm"/>
      <inkml:brushProperty name="color" value="#FF0000"/>
    </inkml:brush>
  </inkml:definitions>
  <inkml:trace contextRef="#ctx0" brushRef="#br0">13365 3797 24575,'-47'6'0,"-1"0"0,1 0 0,0 0 0,-2 3 0,-2 4 0,12 0 0,-6 2 0,-4 4 0,1 0 0,2 1 0,8 0-1093,-4 8 1,6 0 0,-1 2 272,1-4 1,-2 0 0,1 2 0,2 3 155,1 3 0,2 4 0,2 0 1,4-6 663,2-1 0,2 2 0,4 7 0,-3 9 0,0 5 0,3-3 0,3-9 0,3-2 0,2 0-48,1-2 1,1 9 0,-1 2-1,1-4 1,3-11 47,-1 15 0,8-10 0,2 12 0,1 1 0,2-9 0,2-8 0,5 1 0,3-1 0,5 9 0,3 3 0,3 0 0,-1-2 0,-2-9 0,5 1 0,1-7 0,4 5 0,-4-4 0,5 4 0,3 4 0,1 0 0,-1-2 0,-2-3 0,-5-6 0,5 1 0,-5-6 0,5 3 0,-1-3 0,5 4 0,2 2 0,0-2 0,-3-3 0,-7-6 0,1 0 0,4-7 0,2-4 0,11-2 0,6-1 0,1-2 0,-5-2 0,-9-1 0,-7-3 0,-6-1 0,6-6 0,0-1 0,7-5 0,5-3 0,3-2 0,-1 0 0,-2-1 0,-7 2 0,-9 3 0,-1-3 0,-8 2 0,3-4 0,6-2 0,5-5 0,1-1 0,-2-1 0,-7 0 0,-3-9 0,-7-1 0,-2 4 0,1 4 0,-1-5-469,-9 4 1,1-10 0,0-5 0,-1-3 0,0 2 0,-3 3 0,-1 8 342,0-1 0,-3 5 0,-3-7 126,-2 3 0,-2-7 0,-2-6 0,-1-4 0,-1 0 0,0 0 0,-1 3 0,1 7 0,1 7 655,-2-7 1,0 9 0,-5-8-656,1 12 0,-3-7 0,-3-4 0,-3-3 0,0-1 0,-1 0 0,0 2 0,2 4 0,3 6 0,2 6 734,-2-3 0,2 8 0,-4-4-734,-4-1 0,-5-6 0,-5-3 0,0 0 0,1 3 0,3 6 0,8 10 0,-18-1 0,5 9 0,-11-1 0,1 3 0,9 4 0,-4 12 0,0 2 0,-8 2 0,12 0 0,12 0 0,1 1 0,1 1 0</inkml:trace>
  <inkml:trace contextRef="#ctx0" brushRef="#br0" timeOffset="1866">13064 4215 24575,'-9'28'0,"5"-16"0,-19 27 0,-4-19 0,3 0 0,-1-6 0,0-2 0,6-3 0,-13 8 0,1 0 0,14-6 0,-8 10 0,4 0 0,16-8 0,-6 35 0,11-33 0,8 27 0,-4-36 0,8 7 0,36-13 0,-32 0 0,21-1 0,-1-1 0,-24 2 0,15-2 0,-1 1 0,-15 1 0,24 20 0,2 7 0,-17-6 0,2 5 0,4 7 0,-7-7 0,-8-5 0,2 10 0,-4-3 0,-8-17 0,2 13 0,-6 4 0,-3-17 0,-12 13 0,-2 0 0,0-13 0,-15 3 0,0-2 0,15-9 0,-11 0 0,1-3 0,18-2 0,-13-2 0,25 1 0,0 0 0</inkml:trace>
  <inkml:trace contextRef="#ctx0" brushRef="#br0" timeOffset="3675">13367 4744 24575,'14'17'0,"-9"-7"0,11 9 0,-10-9 0,1 2 0,3 4 0,-8-8 0,3 16 0,-5-15 0,0 23 0,0-14 0,0 11 0,0-11 0,-6 4 0,2-10 0,-26-1 0,21-15 0,-18-5 0,26-38 0,-5 23 0,5-10 0,1 1 0,-3 15 0,1-10 0,1 2 0,1 10 0,-3-26 0,6 33 0,0-4 0,0 13 0,0 0 0</inkml:trace>
  <inkml:trace contextRef="#ctx0" brushRef="#br0" timeOffset="5341">13665 4971 24575,'-6'0'0,"-15"10"0,-4 5 0,1 6 0,2 0 0,-8 10 0,-4 5 0,-1 1 0,2-2 0,7-6 0,-6 5 0,2 0 0,0 0 0,-6 7 0,-1 2 0,3-6 0,9-11 0,-1-4 0,-10 8 0,30-24 0,-8 8 0</inkml:trace>
  <inkml:trace contextRef="#ctx0" brushRef="#br0" timeOffset="6773">13641 5533 24575,'0'12'0,"0"-8"0,0 23 0,0-19 0,0 6 0,0-8 0,0 3 0,0-3 0,13 0 0,-10 0 0,26-6 0,-23 3 0,24-3 0,-22-3 0,27-11 0,-25 6 0,9-10 0,0 0 0,-10 7 0,3-20 0,-2-3 0,-6 15 0,-5-11 0,-4 2 0,0 19 0,-19 1 0,-3 5 0,9 6 0,-10 3 0,-2 0 0,-3 5 0,8 1 0,-6 16 0,24-18 0,-5 28 0,9-28 0,1 19 0,2-23 0,0 7 0</inkml:trace>
  <inkml:trace contextRef="#ctx0" brushRef="#br0" timeOffset="20611">14372 5087 24575,'15'0'0,"-3"0"0,10 0 0,-10 0 0,17 0 0,3 0 0,-6 0 0,16 0 0,-1 0 0,-14 0 0,16 0 0,1 0 0,-6 0 0,-5 0 0,-1 0 0,-10 0 0,-8 0 0,21 0 0,-11 0 0,22 0 0,5 0 0,-10 0 0,-7 0 0,9 0 0,1 0 0,-10 0 0,11 0 0,3 1 0,11 0 0,-12 1 0,-13 1 0,7 1 0,9-1 0,-6 1 0,5 5 0,-13-4 0,9 0 0,0 1 0,-7-1 0,-9-1 0,-1 2 0,13 3 0,9 4 0,-1 0 0,-11-1 0,6 5 0,-14-5 0,5 2 0,-3 0 0,3 3 0,-4-1 0,5 3 0,-8-4 0,5 3 0,-1-1 0,7 4 0,-2 0 0,-5 1 0,4 2 0,-2-2 0,6 3 0,-1 0 0,-7-3 0,-5-2 0,1 0 0,5 3 0,10 6 0,2 1 0,-2-1 0,-9-6 0,-3-1 0,-2 0 0,1-1 0,7 4 0,2 2 0,-3-3 0,-8-4 0,11 8 0,-8-5 0,5 3 0,-7-7 0,-8-7 0,10 13 0,-2-1 0,-15-13 0,8 11 0,-19-20 0</inkml:trace>
  <inkml:trace contextRef="#ctx0" brushRef="#br0" timeOffset="22131">17273 5765 24575,'0'6'0,"0"0"0,0 6 0,0-5 0,2 30 0,-1-24 0,6 17 0,3 2 0,-4-15 0,9 16 0,1-1 0,-6-16 0,4 11 0,-1 1 0,-8-14 0,11 25 0,-12-30 0,-7 1 0,-16-16 0,3-1 0,-18 3 0,-3 2 0,12-1 0,-4 3 0,-4 0 0,-9 0 0,3 0 0,7 0 0,-3 5 0,-8 3 0,10-1 0,11-2 0,-20 15 0,36-20 0</inkml:trace>
  <inkml:trace contextRef="#ctx0" brushRef="#br0" timeOffset="23921">15620 4569 24575,'-44'0'0,"21"0"0,-16 0 0,-3 0 0,5 0 0,2 1 0,-7-1 0,5 2 0,-7 5 0,3 0 0,-6 1 0,11 2 0,12 7 0,-9 3 0,5 1 0,22-5 0,-5 24 0,14-27 0,28 17 0,-15-24 0,15 2 0,1 0 0,-9-7 0,21 6 0,3 1 0,-10-2 0,5 3 0,10 2 0,-9-2 0,-5 2 0,-5 0 0,5 3 0,-9-3 0,-12-1 0,1 10 0,-1 0 0,-9-10 0,6 34 0,-14-33 0,3 30 0,-3-31 0,-14 17 0,5-23 0,-11 4 0,-28-8 0,27 0 0,-21 0 0,0 0 0,21 0 0,-11 0 0,1 0 0,14 0 0,-10 0 0,-11 0 0,22 0 0,-18 0 0,31 0 0,0 0 0</inkml:trace>
  <inkml:trace contextRef="#ctx0" brushRef="#br0" timeOffset="24955">15938 4517 24575,'0'9'0,"0"6"0,0-1 0,0 7 0,0 23 0,0 3 0,0-8 0,0 6 0,0 11 0,0-11 0,0-12 0,0 14 0,0-3 0,0-25 0,3 24 0,0-34 0,11 15 0,-6-19 0,19 3 0,-18-11 0,23-19 0,-23 11 0,8-14 0,-15 22 0,-2 0 0</inkml:trace>
  <inkml:trace contextRef="#ctx0" brushRef="#br0" timeOffset="25825">15830 4810 24575,'36'0'0,"-20"0"0,33 0 0,-32 0 0,5-6 0,10-4 0,-16 3 0,16-8 0,-25 22 0,1-3 0,-8 8 0,0-3 0,0-7 0</inkml:trace>
  <inkml:trace contextRef="#ctx0" brushRef="#br0" timeOffset="27443">16399 4907 24575,'-3'-3'0,"-3"0"0,0 3 0,-6 0 0,6 0 0,-3 0 0,3 0 0,-10 0 0,7 0 0,-30 14 0,25-8 0,-26 22 0,31-16 0,0 13 0,2 3 0,6-3 0,0 13 0,-1 0 0,2-14 0,0 9 0,0-1 0,0-17 0,13 27 0,-7-36 0,27 8 0,-24-14 0,18 0 0,-20 0 0,18-25 0,-18 13 0,5-27 0,-2-3 0,-9 14 0,3-20 0,-1 1 0,-3 26 0,0-29 0,0 42 0,0-7 0,0 10 0,0 10 0,0 21 0,0 6 0,0 1 0,0 18 0,2-2 0,2-27 0,1 8 0,1-3 0,2-18 0,3 8 0,3-14 0,-1-1 0,2-1 0,-4 2 0,-3-1 0,-4-1 0,1 1 0</inkml:trace>
  <inkml:trace contextRef="#ctx0" brushRef="#br0" timeOffset="28492">16554 4972 24575,'0'28'0,"0"-13"0,0 25 0,0-23 0,0 5 0,0 10 0,0-18 0,0 26 0,0-30 0,0 17 0,0-19 0,0 9 0,6-14 0,-2-3 0,2-30 0,0-12 0,2 1 0,-2 5 0,2-10 0,0-1 0,-1 11 0,5-10 0,-1 7 0,3-5 0,-3 14 0,-2 18 0,6-8 0,-13 29 0,-2-4 0,0 2 0</inkml:trace>
  <inkml:trace contextRef="#ctx0" brushRef="#br0" timeOffset="29424">17117 4642 24575,'0'6'0,"0"19"0,0-12 0,0 19 0,0-13 0,0-5 0,0 32 0,0-29 0,0 32 0,0 3 0,0-25 0,0 19 0,0-3 0,0-30 0,0 17 0,0-23 0,16 5 0,-9-9 0,17-1 0,-17-2 0,17 0 0,-17-5 0,8 1 0,-15-2 0,0 4 0</inkml:trace>
  <inkml:trace contextRef="#ctx0" brushRef="#br0" timeOffset="30344">16831 4770 24575,'20'0'0,"16"0"0,-19 0 0,13 0 0,1 0 0,-3 0 0,21 0 0,-14 0 0,-10 0 0,21 0 0,-29 0 0,4 0 0,-19 0 0</inkml:trace>
  <inkml:trace contextRef="#ctx0" brushRef="#br0" timeOffset="41117">17708 5621 24575,'-11'0'0,"-5"3"0,2 3 0,-6 13 0,-1 5 0,6 1 0,2 1 0,-10 9 0,1 0 0,10-11 0,0 2 0,-1 6 0,-3 8 0,2-1 0,2-5 0,5-7 0,0 3 0,-3 10 0,-4 13 0,-1 4 0,2-3 0,3-13 0,4-11 0,0 1-469,-1 6 1,-3 12 0,-1 7 0,-1 3 0,1-1 0,0-7 0,2-11-1171,-2 4 1,0-1 1169,2-3 1,-2 10 0,-1 7 0,-1 1 0,2-3 0,1-8 0,3-11 224,2-7 0,1-3 59,-2 10 0,-1 10 1,1-3-1,3-11 185,3-7 0,10 10 0,8 8 0,-2-7 0,6 2 0,1-14 0,10 5 0,5 3 0,-1-3 0,-7-7 0,2-1 0,3-4 0,0-5 0,11 2 0,6 1 0,3-1 0,-2-1 0,-5-2 0,-9-2 0,7 1 0,1-6-391,-9-6 1,9-1 0,7-3 0,3-2 0,0 0 0,-3-2 0,-7 0 0,-10 1 390,8-8 0,-2-7 0,-11 5 0,7-5 0,5-5 0,4-3 0,0-1 0,0 0 0,-4 2 0,-5 2 0,-7 5 0,4-5 0,-8 3 0,4-6-49,-3 2 0,5-6 0,4-5 0,1-1 0,-1-1 0,-3 3 0,-4 4 0,-9 7 49,2-4 0,-6-1-109,1-2 0,2-8 0,1-2 0,-4 3 0,-5 11 109,-6-10 621,-1-1 1,0-8-1,-3 8-621,-6 6 1638,3 4 0,-4-4-1486,-13-4 1,-3 3-153,-2-4 0,-1 11 0,-8-9 0,-5-2 0,1 1 0,7 7 0,-1 0 0,-2 1 0,1 5 0,-8-6 0,-5-4 0,-3 0 0,3 1 0,4 4 0,8 7 0,-2-1 0,-1 1 0,3 4 0,-9-5 0,-6-4 0,-1 0 0,1 2 0,6 3 0,9 7 0,2 2 0,-1 2 0,-9-1 0,-10-5 0,-4 1 0,4 2 0,11 6 0,-12 2 0,13 11 0,-12 3 0,-4 2 0,3 0 0,13 0 0,11-1 0,0 1 0,-19 5 0,-13 3 0,2 1 0,16-4 0,15 0 0,1 23 0,10 2 0,21-20 0,8 10 0,-1 0 0</inkml:trace>
  <inkml:trace contextRef="#ctx0" brushRef="#br0" timeOffset="42677">18099 6171 24575,'-11'0'0,"0"0"0,-39 0 0,21 0 0,-8 0 0,-8 0 0,7 0 0,-8 4 0,2 2 0,-8 2 0,11 2 0,11 4 0,-11 12 0,6 1 0,28-12 0,-1 10 0,2 0 0,10-11 0,21 20 0,-12-26 0,19-1 0,3-3 0,-1-4 0,0 2 0,9 0 0,2 1 0,-7-1 0,-9-1 0,0 1 0,7 3 0,8 3 0,-2 1 0,-12-2 0,-5 0 0,8 21 0,-6 4 0,-19-17 0,5 13 0,-3 0 0,-10-16 0,0 25 0,0-24 0,-18 14 0,-5 0 0,4-13 0,-21 6 0,-2-2 0,17-15 0,-19-3 0,1-3 0,23-1 0,-20-2 0,2 0 0,25 2 0,-23-4 0,32-1 0,-2 2 0,18-2 0,-9 7 0,8 2 0</inkml:trace>
  <inkml:trace contextRef="#ctx0" brushRef="#br0" timeOffset="43509">18643 6376 24575,'0'20'0,"0"-12"0,0 33 0,0-25 0,0 33 0,0-33 0,0 18 0,0 1 0,0-18 0,0 12 0,0 0 0,0-13 0,0 15 0,0-23 0,0 3 0</inkml:trace>
  <inkml:trace contextRef="#ctx0" brushRef="#br0" timeOffset="44356">17777 7018 24575,'46'0'0,"-11"0"0,11 0 0,4 0 0,-1 0 0,-7 0 0,3 0 0,4 0 0,-9 0 0,9 0 0,7 0 0,1 0 0,-2 0 0,-8 0 0,-10 0 0,-1 0 0,-3 0 0,9 0 0,8 0 0,-2 0 0,-16 0 0,-17 0 0,22 3 0,-33 0 0,1 3 0,-5 0 0,0-3 0,0 0 0</inkml:trace>
  <inkml:trace contextRef="#ctx0" brushRef="#br0" timeOffset="45863">18154 7367 24575,'0'-20'0,"8"-13"0,0 20 0,28-19 0,-21 24 0,31 5 0,-38 8 0,20 14 0,-22-14 0,10 21 0,-12-19 0,1 25 0,-5-23 0,0 20 0,0-20 0,-5 17 0,1-17 0,-24 12 0,18-16 0,-18 3 0,7-8 0,9 0 0,-21-5 0,26 1 0,-14-23 0,20 16 0,-4-16 0,5 23 0,0-1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07T14:26:26.409"/>
    </inkml:context>
    <inkml:brush xml:id="br0">
      <inkml:brushProperty name="width" value="0.05292" units="cm"/>
      <inkml:brushProperty name="height" value="0.05292" units="cm"/>
      <inkml:brushProperty name="color" value="#FF0000"/>
    </inkml:brush>
  </inkml:definitions>
  <inkml:trace contextRef="#ctx0" brushRef="#br0">18598 7585 24575,'2'13'0,"-1"-5"0,7 14 0,-4-14 0,7 13 0,-5-13 0,8 16 0,-7-15 0,10 10 0,-13-13 0,10 30 0,-6-12 0,5 16 0,3 6 0,-1-12 0,1 1 0,1 5 0,1 5 0,-1-6 0,-3-7 0,-1-1 0,2 3 0,0 1 0,-2-6 0,0-5 0,-3-3 0,1 5 0,3 16 0,-2-1 0,-1-1 0,-2 0 0,3 13 0,-1 0 0,-1-9 0,-4-12 0,0 1 0,2 12 0,1 10 0,0 1 0,-2-13 0,-4-15 0,0 0 0,0 10 0,0 8 0,-1 0 0,0-9 0,-2 6 0,-2-5 0,-1 11 0,-2 1 0,1-10 0,-1-10 0,-2-1 0,-1 7 0,-3 6 0,1 1 0,0-9 0,-6 14 0,-7-1 0,0-7 0,12-28 0,-15 16 0,23-30 0,-5-28 0,7 20 0,-5-19 0</inkml:trace>
  <inkml:trace contextRef="#ctx0" brushRef="#br0" timeOffset="1643">18868 9632 24575,'-10'-13'0,"1"-2"0,-3-8 0,0-2 0,2 3 0,-6-14 0,2 2 0,9 19 0,-6-19 0,11 27 0,-3-4 0,0 8 0,3 17 0,-3-4 0,2 17 0,2 3 0,-1-5 0,3 25 0,12-6 0,-6-25 0,3 11 0,0-3 0,-5-15 0,7 31 0,-8-36 0,3 12 0,5-27 0,-6 0 0,10-10 0,3-2 0,-2 4 0,19-4 0,1 3 0,-15 11 0,9 1 0,-3 1 0,-21 4 0,10-5 0,-13-5 0,11-13 0,3-5 0,1-8 0,-2 11 0,-1 2 0,-8 5 0</inkml:trace>
  <inkml:trace contextRef="#ctx0" brushRef="#br0" timeOffset="2792">19410 8055 24575,'0'37'0,"0"-2"0,0 8 0,0-8 0,0 4 0,0 12 0,0-5 0,0-34 0,0 1 0,0-4 0,0-3 0</inkml:trace>
  <inkml:trace contextRef="#ctx0" brushRef="#br0" timeOffset="4649">18865 10002 24575,'-42'0'0,"20"0"0,-8-1 0,-10 1 0,2 1 0,0 2 0,0 2 0,-9-2 0,-2 6 0,4 11 0,0 7 0,6-1 0,8-5 0,2 4 0,1 0 0,-4 7 0,-1 2 0,0 1 0,4-4-1093,-3 7 1,2-3 0,1 1 688,5-7 0,1 1 0,-1 0 0,-2 3 404,-3 6 0,-2 5 0,-1 1 0,3-3 0,6-8 0,3-5 0,3 2 0,1 6 0,-2 11 0,-2 6 0,2 1 0,3-5 0,6-9 0,4 0 0,6 1 0,-2-3 0,-1 10 0,1 6 0,1 2 0,-1-1 0,1-5 0,1-9 367,0-1 0,1-7 0,4 6-367,3 1 0,4 8 0,2 5 0,3 0 0,0-2 0,-1-6 0,0-10 0,6 7 0,11-9-410,-3-14 0,10 2 1,7-1-1,4 0 1,2-1-1,-3-3 0,-3-2 1,-9-4-342,7-2 1,-7-5 0,8-3 750,-10-2 0,6-1 0,5-2 0,4 0 0,1-2 0,0 0 0,-1-1 0,-4 1 0,-5 0 0,-7 0-43,11-3 0,-8 0 1,5-5 42,-6-1 0,6-3 0,4-4 0,2-1 0,0-1 0,-4 0 0,-5 2 0,-7 3 32,0-3 0,-8 1 0,3-2-32,2 0 0,5-2 0,1-1 0,-3-2 0,-5 0 0,2-13 0,-7-2 0,-3 4 0,0 6 0,-2-4 0,-5 0 0,1-11 0,1-6 0,-2 0 0,-1 3 0,-4 10 0,-2 5 0,-3 6 0,0-7 0,0-2 0,1-8 0,0-5 0,0-1 0,-1 1 0,-1 7 0,-1 8 0,1-6 0,-6 2-420,-4-6 0,-5-9 1,-2 3-1,1 12 420,-13-3 0,1 22 0,-11-2 0,-4 0 0,0 1 0,7 5 0,-2 0 0,-3 2 0,4 4 0,-8-1 0,-5-1 0,0 1 0,4 1 0,8 2 0,-6 0 0,2 1 819,-3 2 0,-7-2 0,2 2 0,11 4-468,1 5 0,-15-1 0,50 2 1</inkml:trace>
  <inkml:trace contextRef="#ctx0" brushRef="#br0" timeOffset="6036">18542 10328 24575,'-32'0'0,"1"0"0,8 0 0,-19 8 0,-12 4 0,10-1 0,14 0 0,-2 6 0,-10 8 0,0 0 0,12-6 0,5-2 0,-16 18 0,12-2 0,31-26 0,34 16 0,-15-18 0,24 3 0,5-4 0,0-1 0,-4 2 0,-9-1 0,8 2 0,0 0 0,-9 0 0,7 4 0,-4 10 0,5 6 0,-9-2 0,-7 2 0,-5 5 0,1 8 0,-7-6 0,-8-3 0,-14 12 0,-8-3 0,-8-19 0,-16-3 0,-13 1 0,6-4 0,-2-4 0,10-3 0,-8 2 0,0 0 0,13-2 0,5 3 0,-6-2 0,6 0 0,23-6 0,0-2 0</inkml:trace>
  <inkml:trace contextRef="#ctx0" brushRef="#br0" timeOffset="7586">18924 10970 24575,'0'-16'0,"6"-27"0,-2 23 0,20-21 0,-12 29 0,12 4 0,-11 3 0,5 5 0,-7 0 0,16 5 0,-17-1 0,9 35 0,-16-23 0,-1 20 0,-1 1 0,-1-19 0,0 15 0,0-1 0,0-17 0,-7 11 0,-3-1 0,1-10 0,-12 10 0,-1-2 0,7-12 0,3 5 0,30-23 0,2-3 0,26-8 0,-34 11 0,29-2 0,-33 6 0,9 3 0,-11 0 0,-1 0 0,1 0 0,0 0 0,0 0 0,-3 0 0,0 0 0</inkml:trace>
  <inkml:trace contextRef="#ctx0" brushRef="#br0" timeOffset="8369">18249 11478 24575,'5'0'0,"9"0"0,7 0 0,25 0 0,6 0 0,-28 1 0,3-2 0,14 0 0,12-1 0,5-1 0,-3 0 0,-10 0 0,1 0 0,0 0 0,0 0 0,10 0 0,3 0 0,-5 1 0,-12 0 0,-10-1 0,-2 2 0,15 0 0,6 1 0,-11 1 0,-12-1 0,4 0 0,-6 0 0,-22 0 0,4 0 0</inkml:trace>
  <inkml:trace contextRef="#ctx0" brushRef="#br0" timeOffset="9618">18534 11772 24575,'0'29'0,"0"-15"0,0 21 0,0-25 0,0 1 0,5-8 0,5 0 0,-1-3 0,27 0 0,-21 0 0,15 0 0,0 0 0,-14-3 0,19-3 0,-21-23 0,-9 10 0,6-22 0,-11 27 0,-22-11 0,10 20 0,-14-2 0,-2 3 0,12 4 0,-29 0 0,36 0 0,-10 0 0,15 2 0,-1-1 0,5 1 0</inkml:trace>
  <inkml:trace contextRef="#ctx0" brushRef="#br0" timeOffset="14157">19428 8401 24575,'0'45'0,"0"-13"0,0-6 0,0-15 0,0-5 0,0 3 0,0-3 0,0 8 0,0-7 0,0 7 0,0-5 0,0 0 0,0 5 0,0-2 0,0 1 0,0-2 0,0-5 0,0-1 0,0-1 0,0-2 0</inkml:trace>
  <inkml:trace contextRef="#ctx0" brushRef="#br0" timeOffset="22487">18878 5944 24575,'0'-20'0,"0"-3"0,0-22 0,0 17 0,10-8 0,5-9 0,-1 7 0,3-4 0,-4 10 0,2-6 0,1 3 0,4-5 0,-1 6 0,-2 1 0,4 2 0,9-10 0,5-5 0,-1 2 0,-6 9 0,-1 3 0,4 1-410,-5 7 0,7-6 1,5-3-1,3-2 1,0 0-1,-2 3 0,-3 4 1,-6 6-1230,12-7 1,3 6 1169,-8 7 1,8-2 0,7-1 0,1 1 0,-2 1 0,-5 3 0,-9 4 16,5 3 0,-2 4 109,1 0 1,9 1 0,2 1 0,-4 2 0,-10 2 342,-7 3 0,-3 5-360,16 8 0,6 7 0,-8-2 360,-17-4 0,-2 3 0,5 11 0,4 10 0,0 0 0,-6-7 0,-8-12 0,-2 2 0,-1 9 0,0 12 0,0 4 0,-2-2 0,-4-9 0,-2-2 0,-4 0 0,-1-1 0,1 8 0,-1 3 0,-1-3 0,-2-9 0,0-2 0,-5-2 0,-7 3 0,-5 5 0,-2-1 0,1-9 0,1-10 0,-4-4 0,-14 8 0,-11 4 0,-1-1 0,7-6 0,5-6 0,1-3 0,-7 3 0,-5 1 0,-3 0 0,6-4 0,-3-1 0,1-1 0,5-1 0,-3 0 0,-3 1 0,5-2 0,-10 2 0,-5 1 0,0 0 0,5-1 0,10-3 0,-2-1 0,0 0 0,5-1 0,-9 3 0,-1-1 0,4 0 0,11-3 0,-13 2 1638,10-1 0,5-2-1470,21-10 3108,14 0-2337,9-4-939,17-6 0,12-5 0,-4 2 0,-12 9 0,1-2 0,7-8 0,7-5 0,0-1 0,-9 7 0,3 0 1556,-4-9 1,-5 3-1557,-17 16 2754,-3-5-2754,-8 11 0,-20 22 0,10-11 0,-14 11 0,-10 7 0,4-4 0,-9 3 0,12-7 0,-7 6 0,-4 2 0,3-2 0,8-6 0,5-3 0,2-1 0,-15 9 0,-4 4 0,14-7 0,22-10 0,-1 2 0,30 14 0,23 9 0,-5-3 0,-17-11 0,2 2 0,4 4 0,8 7 0,2 2 0,-2-2 0,-10-8 0,-8-6 0,-2-1 0,7 8 0,2 2 0,-8-9 0,-12-15 0,1 6 0,-5-11 0</inkml:trace>
  <inkml:trace contextRef="#ctx0" brushRef="#br0" timeOffset="24081">19820 4464 24575,'0'6'0,"0"5"0,0-4 0,3 2 0,5-6 0,2-3 0,2 0 0,11 5 0,-11-4 0,36 4 0,-28-5 0,28-2 0,-35-5 0,9-16 0,-18 7 0,-1-10 0,-1 0 0,-2 7 0,-17-30 0,8 37 0,-29-8 0,25 16 0,-31 1 0,32 3 0,-13 5 0,0 1 0,13-1 0,-30 20 0,33-16 0,-14 32 0,19-29 0,-2 35 0,6-37 0,8 15 0,-3-21 0,11 1 0,-11-5 0,3 0 0</inkml:trace>
  <inkml:trace contextRef="#ctx0" brushRef="#br0" timeOffset="29174">17764 12032 24575,'-44'10'0,"0"0"0,11-3 0,-2 4 0,-3 7 0,-8 8 0,2 0 0,6-4 0,6-2 0,-3-1-410,4-3 0,-8 2 1,-6 2-1,-3 2 1,-1-1-1,3-1 0,4-2 1,7-4-684,0 1 1,5-5 0,-7 3 727,1-1 1,-7 2 0,-7 2 0,-3 1 0,-2 0 0,1 0 0,3-2 0,6-1 0,7-2-729,-7 1 1,8-2 0,-8 1 972,8-2 0,-6 2 0,-5 1 0,-2 0 0,0 0 0,3 0 0,6-2 0,7-2 120,-12 4 0,3-1-215,4-1 0,-7 1 1,-2 0-1,4 0 0,10-4 215,8-2 0,1 0 697,-18 6 0,-7 2 1,10-4-698,12-3 1638,-5 4 0,7-4-1537,21-9 0,-3 4 0,8-5 0</inkml:trace>
  <inkml:trace contextRef="#ctx0" brushRef="#br0" timeOffset="30220">15501 12523 24575,'0'20'0,"0"-11"0,-2 26 0,-2 5 0,-4-6 0,-6 10 0,-5 10 0,4-8 0,-3 2 0,2-14 0,-2 5 0,7-11 0,12-15 0,0 3 0,9-16 0,28 0 0,-23 0 0,14 7 0,-2 2 0,-16-2 0,17 12 0,-5 21 0,-13-22 0,8 12 0,1 0 0,-10-14 0,17 13 0,-21-22 0,4-1 0</inkml:trace>
  <inkml:trace contextRef="#ctx0" brushRef="#br0" timeOffset="31898">15030 12960 24575,'-41'-9'0,"0"-1"0,-1 1 0,1 0 0,-1 0 0,-5-3 0,3 1 0,-7 0-469,9 4 1,-7 0 0,-4 0 0,-1 1 0,2 0 0,4 1 0,8 0-625,1 0 1,6 1 0,-5 5 623,-3 5 1,-8 4 0,-5 3 0,-2 3 0,4 0 0,6 1 0,10-1-1146,-2 9 1,4 7 1613,6-4 0,-5 7 0,-4 6 0,0 1 0,1 0 0,4-5 0,7-6 0,-6 8 0,3 2 27,8-7 0,-5 9 0,0 3 0,1-1 0,4-4 0,7-9-27,5-6 0,3 1-308,-1 16 1,0 11-1,1 1 1,2-12 307,1-17 0,4 0 0,4 11 0,5 10 0,3 7 0,2 1 0,-1-6 0,-3-10 0,3 0 0,4-3 0,1-3 0,6 7 0,4 4 0,1-2 0,-1-6 0,-4-9 0,7-4 0,4-8 0,-2-2 0,7 0 0,6 0 0,0 0 0,-3-2 0,-8-3 0,13 1 0,2-3 0,-12-3 0,9-1 0,6 1 0,1-2 0,-2 0 0,-6-1 0,-9-1 0,5-4 0,0-5 0,-8-2 0,9-3 0,4-4 0,2-2 0,-3-1 0,-5 2 0,-10 1 0,4-9 0,-5-6 0,-4 5 0,6-8 0,3-5 0,1-1 0,-2 0 0,-4 4 0,-6 7 0,-3 2 0,-5 5 0,1-6 0,3-3 0,4-8 0,1-3 0,-1 0 0,-3 5 0,-5 8 0,-2 2 0,-2 2 830,3-14 1,1-6-1,-6 9-830,-7 10 3276,1-21-2733,-36 22-543,9 6 3276,-18-7-3265,5 2 0,-5-6 0,5 4-11,14 11 0,-2-2 0,-8-5 0,-10-7 0,-2-1 0,2 2 0,9 6 0,8 6 0,1 2 1031,-14-9 0,-5-3 0,10 12-1031,18 15 0,-3-2 0,16 9 0</inkml:trace>
  <inkml:trace contextRef="#ctx0" brushRef="#br0" timeOffset="33108">14208 13254 24575,'-40'0'0,"20"0"0,-17 14 0,1 4 0,21-8 0,-14 20 0,3 2 0,19-13 0,-8 5 0,1-1 0,8-7 0,-5 7 0,25-20 0,12 3 0,-1-6 0,7 0 0,0 0 0,-11 0 0,12 2 0,-1 1 0,-18 1 0,8 10 0,-2 3 0,-11-3 0,1 22 0,-3 1 0,-4-14 0,-2 23 0,-2 0 0,-2-24 0,-9 12 0,-5-1 0,1-19 0,-23 1 0,-2-3 0,17-9 0,-8-10 0,4-2 0,20 4 0,0-14 0</inkml:trace>
  <inkml:trace contextRef="#ctx0" brushRef="#br0" timeOffset="34280">14309 13594 24575,'0'-27'0,"0"11"0,2-11 0,18 9 0,-10 9 0,15-2 0,-18 14 0,1 44 0,-4-27 0,-1 23 0,-1-1 0,-1-25 0,-2 17 0,5-9 0,14-38 0,-4 26 0,18-26 0,3-7 0,-11 14 0,23-4 0,-44 30 0,-3-7 0,0 33 0,-3-32 0,-14 31 0,8-38 0,-8 12 0,14-19 0</inkml:trace>
  <inkml:trace contextRef="#ctx0" brushRef="#br0" timeOffset="34896">14934 13684 20458,'0'6'0,"0"25"1943,-3-12-1943,-9 22 0,-4 2 0,-4-2 349,2-4 0,-1 6-349,1-8 0,0 1 0,2-3 0,4-3 0,0 0 0,-8 13 0,-2 5 0,5-9 0,5-4 179,2-5 1,2-6-180,8-19 279,3 0 0,-2-9 0,1 2 1</inkml:trace>
  <inkml:trace contextRef="#ctx0" brushRef="#br0" timeOffset="36022">14840 13993 24575,'0'12'0,"0"-3"0,0 5 0,0-7 0,0 10 0,0-10 0,23 18 0,-12-16 0,10 7 0,1-1 0,-6-9 0,7 8 0,0-14 0,-14 0 0,21-9 0,-21 2 0,0-23 0,-2-4 0,-3 9 0,-13-17 0,-4 3 0,4 27 0,-22-3 0,-1 4 0,18 11 0,-34 13 0,43-7 0,-12 30 0,16-25 0,-5 14 0,9-19 0,-3-3 0,3 0 0</inkml:trace>
  <inkml:trace contextRef="#ctx0" brushRef="#br0" timeOffset="37789">16547 12836 24575,'7'-35'0,"0"1"0,0 8 0,-1-3 0,-3-23 0,-2 3 0,3 23 0,-4-15 0,0 14 0,2 74 0,2-22 0,2 23 0,1 0 0,1-19 0,3 3 0,2 8 0,-1-8 0,0-8 0,4 7 0,4 7 0,-3-6 0,-5-5 0,7 20 0,-2-1 0,-12-22 0,3 23 0,-8 0 0,0-22 0,-15 16 0,-4-2 0,5-18 0,-10 3 0,1-7 0,14-16 0,-2-4 0,17-4 0,16-11 0,5-1 0,-4 5 0,12-5 0,11-6 0,-7 6 0,-3 5 0,2 2 0,7-3 0,-9 5 0,-9 5 0,1 1 0,-4 2 0,-16 2 0,0 0 0,-5 0 0</inkml:trace>
  <inkml:trace contextRef="#ctx0" brushRef="#br0" timeOffset="42353">18066 10410 24575,'-26'-15'0,"-15"-14"0,12 3 0,-1-3 0,-2 1 0,0-1 0,3-2 0,2-1 0,2 4 0,2 1 0,-7-8 0,7 6 0,5-8 0,9 13 0,-3-15 0,-1-2 0,4 3 0,-2 2 0,-2-8 0,1 0 0,3 7 0,1 0 0,0-5-547,1 4 1,0-5 0,0-3 0,1 0 0,-1 2 0,1 3-230,-1-2 0,1 5 1,0-1-1,1-5 229,1-2 1,-1-6 0,2-3 0,-1 1 0,1 6 0,0 9 439,0-2 1,0 2-218,0-3 1,1-8 0,1 2-1,-1 10 324,2-1 0,2 0 0,1-12 0,0 0 0,0 8 0,0 10 0,0-1 0,1-3 0,1-8 0,1-6 0,-1 1 0,1 4 0,-1 9 0,0 0 0,2 1 0,0-6 0,2-9 0,1-4 0,-1 5 0,-2 12 0,3-11 0,-2 13 0,1-4 0,-3 13 0,-6 20 3276,-3 1-2337,0 4 2337,-3 2-2101,-14 10 1323,11-4-2498,-14 13 0,19-14 0,-1 3 0</inkml:trace>
  <inkml:trace contextRef="#ctx0" brushRef="#br0" timeOffset="43460">17363 7807 24575,'27'0'0,"1"0"0,3-4 0,12-2 0,0 0 0,-16-1 0,14-10 0,-26 15 0,-5-9 0,4-4 0,-7 1 0,-1 5 0,-4 22 0,-2 23 0,0-6 0,0 9 0,0-25 0,0 4 0,11 20 0,4 3 0,2-3 0,0 7 0,2 3 0,-1-13 0,-2-5 0,0 5 0,0-2 0,-2-4 0,-9-21 0,3 6 0</inkml:trace>
  <inkml:trace contextRef="#ctx0" brushRef="#br0" timeOffset="45196">16972 9027 24575,'0'46'0,"0"-19"0,0 3 0,0-1 0,0-4 0,0 1 0,0-4 0,0-14 0,0 8 0,3-12 0,5 7 0,-1-10 0,15 7 0,-14-7 0,25 1 0,-20-2 0,13 0 0,6 0 0,-17-2 0,21-7 0,-28 2 0,6-5 0,-8-20 0,-3 17 0,-1-19 0,-1-1 0,-1 15 0,-7-9 0,-3 2 0,0 14 0,-31-7 0,27 16 0,-25-1 0,30 4 0,-19-1 0,20 2 0,-14 2 0,14 2 0,-11 20 0,15-13 0,-4 16 0,8-20 0,0 1 0,5 1 0,-4-6 0,4 3 0</inkml:trace>
  <inkml:trace contextRef="#ctx0" brushRef="#br0" timeOffset="70577">13312 13912 24575,'-29'0'0,"5"0"0,-14 0 0,-12 0 0,5 0 0,12 0 0,-2 0 0,-3 0 0,-11 0 0,-5 0 0,-1 0 0,4 0 0,9 0 0,6 0 0,5 0 0,-7 0 0,0 0 0,-8 0 0,-6 0 0,-3 0 0,-1 0 0,3 0 0,5 0 0,7 0 0,-7 0 0,7 0 0,-5 0 0,0 0 0,-5 1 0,-1 0 0,1 0 0,4 0 0,-5 0 0,3 0 0,7 2 0,9 1 0,-1 0 0,-15-2 0,-7-1 0,14 1 0,21 1 0,-11-2 0,10-2 0,33 1 0</inkml:trace>
  <inkml:trace contextRef="#ctx0" brushRef="#br0" timeOffset="71629">11570 13734 24575,'-18'15'0,"-14"9"0,-1-5 0,11-4 0,-1-1 0,-18 2 0,14-3 0,-16 5 0,28-14 0,-1 8 0,11 5 0,5-4 0,0 16 0,2-15 0,18 10 0,-7-18 0,27 13 0,4 5 0,-12-1 0,0 5 0,4 9 0,-7-5 0,-8 3 0,0 5 0,-3-5 0,-14-26 0,4 4 0</inkml:trace>
  <inkml:trace contextRef="#ctx0" brushRef="#br0" timeOffset="72822">12325 13209 24575,'-13'23'0,"-2"-7"0,8 19 0,0-23 0,4 38 0,3-38 0,11 16 0,3-25 0,2 0 0,-2-3 0,11 0 0,-15 0 0,18-6 0,1-3 0,-13 3 0,17-17 0,-2-3 0,-15 9 0,3-24 0,-3-1 0,-12 19 0,-13-10 0,-5 3 0,-3 21 0,-23-5 0,-5 14 0,22 0 0,-18 0 0,17 10 0,14-4 0,-6 19 0,16-19 0,0 8 0</inkml:trace>
  <inkml:trace contextRef="#ctx0" brushRef="#br0" timeOffset="74988">10097 13222 24575,'-42'0'0,"0"0"0,0 7 0,-8 4 0,-3 1 0,3 2 0,7-2 0,8-1 0,6 0 0,-5 3 0,-2 2 0,-6 3 0,-5 3 0,0 1 0,1-1 0,7-1 0,7-3 0,-2 4 0,5 4 0,1 7 0,-6 10 0,0 3 0,5-2 0,9-10 0,6 10 0,1-2 0,-4 12 0,0 0 0,7-13 0,8-1 0,-4 3 0,1 6 0,3-7 0,1 3 0,4 1 0,5 2 0,4 1 0,0 3 0,-5-13 0,-1 2 0,2 0 0,1 0 0,4-2 0,7 6 0,3-1 0,5-3 0,7-2 0,0-8 0,8-2 0,3 0 0,1-3 0,-1-1 0,-6-2 0,-1-1 0,-5-2 0,1-2 0,8 0 0,-6-5 0,7 1 0,5 0 0,2 0 0,1-1 0,-2-1 0,-3-1 0,-6-2 0,-6-3 0,15 1 0,-2-6 0,-5-2 0,9-3 0,4-2 0,-1-1 0,-7 0 0,-13 1 0,11-12 0,-17-1 0,7-7 0,2-4 0,-2-1 0,-8 5 0,-1-5 0,-3-2 0,4 0 0,4-7 0,0 0 0,-7 7 0,-5 4 0,-3 1 0,0-5 0,0-5 0,-6 9 0,-10 7 0,3-9 0,-1 2 0,-3 20 0,0-5 0</inkml:trace>
  <inkml:trace contextRef="#ctx0" brushRef="#br0" timeOffset="76283">10949 14405 24575,'0'-9'0,"0"-27"0,0 5 0,0-3 0,0-10 0,0-2 0,0 7 0,0 6 0,0-1 0,-1-3 0,1-9 0,-1-2 0,0 3 0,1 11 0,-1-13 0,-1 1 0,-2 0 0,-11 1 0,2 14 0,-9-6 0,-7-10 0,3 6 0,8 12 0,-2-1 0,-1-2 0,-6-5 0,-2-3 0,2 2 0,4 6 0,-1-4 0,1 3 0,-1 0 0,-2-1 0,0 0 0,-1 2 0,0 1 0,4 5 0,-11-3 0,3 4 0,-7-3 0,9 9 0,8 14 0,-12-1 0,3 3 0,19 6 0,-37 14 0,34-7 0,-16 12 0,-1 1 0,13-10 0,-4 7 0,4-1 0,15-13 0,0 5 0</inkml:trace>
  <inkml:trace contextRef="#ctx0" brushRef="#br0" timeOffset="77439">9718 13791 24575,'-49'3'0,"0"0"0,3 9 0,8-3 0,-6 0 0,11 2 0,10 7 0,2 13 0,21-23 0,0 17 0,3-16 0,16 10 0,-9-15 0,24 0 0,5-3 0,-10-4 0,14 2 0,11 2 0,-9-2 0,-5-2 0,-1 8 0,6 4 0,-11 1 0,-15 1 0,7 27 0,-4 3 0,-13-16 0,-1 17 0,-6-1 0,-10-22 0,-20 7 0,-5-2 0,8-13 0,-8 2 0,3-5 0,22-10 0,0 1 0,8-2 0</inkml:trace>
  <inkml:trace contextRef="#ctx0" brushRef="#br0" timeOffset="78750">10176 13750 24575,'0'17'0,"0"-2"0,0 6 0,0 11 0,0-18 0,0 17 0,0-24 0,0 4 0,0-5 0,8 5 0,-1-4 0,13 2 0,-7-7 0,35-5 0,-28 3 0,13-4 0,-2-1 0,-18 1 0,17-16 0,-30 9 0,0-18 0,-3-3 0,-1 9 0,-4-9 0,-1 6 0,3 23 0,-1 33 0,8-9 0,5 13 0,3 11 0,1-6 0,7 8 0,-6-14 0,3 8 0,1 0 0,-1-7 0,1-6 0,-1-3 0,4 17 0,0-1 0,-2-15 0,-3-5 0,-2 2 0,13 16 0,-18-35 0,0 4 0,-3-8 0</inkml:trace>
  <inkml:trace contextRef="#ctx0" brushRef="#br0" timeOffset="79511">10774 14062 24575,'-46'18'0,"14"-2"0,-3 3 0,3 0 0,7-4 0,0 2 0,-6 4 0,-7 4 0,0 1 0,7-4 0,4-2 0,1 1 0,-5 4 0,-4 4 0,-1 1 0,7-5 0,4-4 0,1 1 0,-11 13 0,-5 5 0,8-8 0,4-7 0,2 4 0,10-8 0,21-22 0,8 3 0,3-6 0,-3 2 0,-8 2 0</inkml:trace>
  <inkml:trace contextRef="#ctx0" brushRef="#br0" timeOffset="80776">10581 14581 24575,'0'-33'0,"0"10"0,0-15 0,3 26 0,16-15 0,-4 27 0,5 4 0,-4 20 0,-14-14 0,6 36 0,-8-34 0,2 34 0,-1-35 0,2 29 0,-3-25 0,-11 8 0,5-15 0,-8-5 0,0-3 0,9-5 0,-6-2 0,11-2 0,0 0 0,0 3 0,0 0 0,0 0 0,0 3 0,0 0 0</inkml:trace>
  <inkml:trace contextRef="#ctx0" brushRef="#br0" timeOffset="87182">9220 13611 24575,'-21'-43'0,"-1"-1"0,1 1 0,6 18 0,0-1 0,-2-4 0,-2-7 0,-1 0 0,2 6 0,-4 0 0,2 2 0,-1-6 0,1-2 0,0 3 0,-1-6 0,6 6 0,-1-8 0,-2-4 0,0-1 0,3 5 0,1 7 0,0-3 0,-2-2-410,3 5 0,-3-8 1,-2-7-1,-2-3 1,0-1-1,1 4 0,3 6 1,2 9-1230,-4-7 1,0 0 1394,5 9 0,-4-7 1,-2-6-1,-1-3 1,0 0-1,1 2 0,2 5 1,3 7 816,0-1 0,2 6 0,-3-6-573,0-1 0,-4-8 0,-2-3 0,0-3 0,0 2 0,1 5 0,4 6 0,-2-2 0,2 6 0,-1-3 0,-3-5 0,-3-5 0,1 4 0,4 11 0,-2 4 0,19 33 0,28 37 0,4-22 0,3-1 0,-11-2 0,2-1 0,13-2 0,7-1 0,-6-2 0,4 3 0,8 4 0,-6 0 0,-29-7 3276,9 17 0,-42-24-3044,-17-8-232,-4-6 0,-5-2 0,1-2 0,10 2 0,-4 5 0,-8 2 0,10 1 0,7 0 0,-6 3 0,-7 0 0,9 0 0,13 1 0,-13-2 0,3 4 0,22 9 0,-11 18 0,17-6 0,0 24 0,0-34 0,0 9 0,3-2 0,-2-8 0,1 33 0,-2-27 0,0 30 0,0-34 0,0 8 0,0-14 0,0-4 0,0 2 0</inkml:trace>
  <inkml:trace contextRef="#ctx0" brushRef="#br0" timeOffset="88323">8194 12685 24575,'0'-37'0,"0"15"0,0-15 0,0 0 0,0 12 0,11-23 0,-6 41 0,25 4 0,-20 9 0,24 16 0,-27-9 0,14 27 0,-20-29 0,5 31 0,-6-31 0,-2 15 0,-2 1 0,0-12 0,-14 15 0,-4 0 0,8-15 0,-18 4 0,0-4 0,19-14 0,-9-23 0,3-5 0,14 11 0,1-11 0,-1 0 0</inkml:trace>
  <inkml:trace contextRef="#ctx0" brushRef="#br0" timeOffset="90674">7172 10125 24575,'-3'30'0,"0"2"0,0 6 0,0 0 0,2-2 0,-2 2 0,-1 9 0,1-10 0,2-6 0,0 3 0,0 8 0,0-8 0,1-1 0,0 4 0,0 3 0,0-7 0,0-2 0,0 8 0,4 0 0,1 8 0,2-7 0,3 4 0,6-1 0,4 6 0,0-7 0,-6-18 0,3-2 0,15 14 0,8 4 0,-5-8 0,-14-14 0,1-3 0,11 3 0,9 2 0,2-1 0,-4-5 0,-2-6 0,-2-4 0,1 0 0,6 5 0,0 0 0,3-4 0,-1-5 0,4-4 0,-1-1 0,-9-1 0,-6 0 0,-1-3 0,5-5 0,8-5 0,3-3 0,-3 1 0,-9 2 0,-5-1 0,0-4 0,-2 0 0,7-6 0,4-6 0,1-1 0,-1 0 0,-4 4 0,-7 6 0,6-7 0,-2-2 0,-4 3 0,4-8 0,4-5 0,-2 1 0,-5 5 0,-9 8 0,-6 6 0,-5-1 0,1-12 0,1-9 0,-3 0 0,-4 10 0,-9-5 0,-5 4 0,-4-10 0,-2 0 0,1 9 0,0 13 0,-3-1 0,-3-5 0,-6-9 0,-3-5 0,-1 0 0,1 3 0,5 9 0,1 5 0,3 6 0,-4-4 0,-4-5 0,-7-8 0,-3-3 0,0 2 0,2 4 0,5 9 0,-5 1 0,-2 6 0,2 3 0,-8-3 0,-2 1 0,2 1 0,8 6 0,3 2 0,-1 6 0,-12 6 0,-10 4 0,0 4 0,13 2 0,16 3 0,3 4 0,-9 11 0,-7 9 0,1 1 0,9-6 0,10-6 0,2 2 0,-5 10 0,-4 10 0,-1 0 0,5-8 0,4-10 0,0-1 0,-2 7 0,-2 3 0,4-7 0,-4 2 0,8-10 0,0-1 0,5-10 0,-10 18 0</inkml:trace>
  <inkml:trace contextRef="#ctx0" brushRef="#br0" timeOffset="92126">7603 10021 24575,'-33'6'0,"7"-2"0,-12 27 0,23-16 0,-5 6 0,0 2 0,2 10 0,0-1 0,7 12 0,24-30 0,18 4 0,-1-18 0,13-2 0,1-2 0,-15 3 0,17-2 0,-3 2 0,-27 5 0,10 18 0,-4 5 0,-15-7 0,3 29 0,-3 3 0,-7-24 0,-13 22 0,-3-3 0,6-25 0,-7 3 0,-1-5 0,11-14 0,1-3 0,3 0 0</inkml:trace>
  <inkml:trace contextRef="#ctx0" brushRef="#br0" timeOffset="93286">8009 10226 24575,'0'26'0,"0"-13"0,0 18 0,0-23 0,0 11 0,0-11 0,0 16 0,0-15 0,0 24 0,0-21 0,0 11 0,3-19 0,14-16 0,-5 0 0,11-3 0,0 1 0,-4 5 0,8 2 0,0 2 0,-13 5 0,20 20 0,-27-13 0,7 38 0,-10-30 0,2 31 0,-6-30 0,-11 20 0,9-26 0,-9 5 0</inkml:trace>
  <inkml:trace contextRef="#ctx0" brushRef="#br0" timeOffset="94137">8052 10205 24575,'16'-20'0,"-9"12"0,15-17 0,-12 16 0,0-9 0,1 6 0,-6 2 0,0 6 0,-5 30 0,0-10 0,0 28 0,0-34 0,0 5 0</inkml:trace>
  <inkml:trace contextRef="#ctx0" brushRef="#br0" timeOffset="94844">8631 10235 24575,'-6'0'0,"-28"26"0,10-1 0,0 3 0,3-3 0,-1 1 0,-5 8 0,-4 6 0,8-9 0,-3 5 0,-1 3 0,-2 1 0,3-3 0,3-5 0,-2 0 0,3-5 0,-3 5 0,1 1 0,-5 5 0,-2 2 0,0 1 0,2-4 0,4-6 0,-3 1 0,3-5 0,3-3 0,4-3 0,0 1 0,-8 7 0,-4 4 0,9-8 0,13-6 0,-13 10 0,21-26 0,0 0 0</inkml:trace>
  <inkml:trace contextRef="#ctx0" brushRef="#br0" timeOffset="96234">8445 10962 24575,'0'-15'0,"0"5"0,0-7 0,0 4 0,0 0 0,0 1 0,6 3 0,0 3 0,4-1 0,1-4 0,-5 9 0,8-11 0,-7 11 0,12 0 0,-14 5 0,22 28 0,-20-19 0,4 21 0,0 1 0,-7-19 0,0 18 0,-2-2 0,-2-19 0,-3 28 0,0-33 0,-11 11 0,6-17 0,-6 2 0,-2-3 0,7-3 0,-5 0 0,11-1 0,3 2 0</inkml:trace>
  <inkml:trace contextRef="#ctx0" brushRef="#br0" timeOffset="101094">7673 9650 24575,'0'-28'0,"0"1"0,0-6 0,4-15 0,4-3 0,1 20 0,0 1 0,1-6 0,4-2 0,4 5 0,5-5 0,0 1 0,-3 4 0,-2-2 0,0 0 0,5-1 0,5-3 0,1-3 0,-5 3 0,1-3 0,0 1 0,-3 5 0,0 1 0,3-2 0,-5 5 0,5-6 0,2-6 0,2-1 0,-1 2 0,-2 4 0,-5 7 0,7-7 0,2 1 0,-3 7 0,7-8 0,4-4 0,2 0 0,-1 1 0,-4 5 0,-6 9 0,4-2 0,-1 3 0,0-2 0,8-6 0,2-1 0,-6 4 0,-11 10 0,-6 7 0,10-14 0,-26 25 0,0-4 0,-3 4 0,0 2 0</inkml:trace>
  <inkml:trace contextRef="#ctx0" brushRef="#br0" timeOffset="102145">8486 7833 24575,'28'0'0,"-2"0"0,13 0 0,1 0 0,0 0 0,1 0 0,-4 0 0,-19 0 0,11 0 0,-23 0 0,7 0 0,-5 0 0,8 0 0,-12 8 0,2 5 0,-6 11 0,0 7 0,0-7 0,0 22 0,0-31 0,0 35 0,0-39 0,0 24 0,0-27 0,0 8 0,0-12 0,0-2 0</inkml:trace>
  <inkml:trace contextRef="#ctx0" brushRef="#br0" timeOffset="103086">7417 8377 24575,'40'0'0,"-5"0"0,-8 1 0,1 1 0,12 5 0,-14 1 0,-2 2 0,0 2 0,21 6 0,-38-12 0,8 0 0,4 10 0,-10-10 0,13 15 0,0 2 0,-10-7 0,12 11 0,0 0 0,-14-13 0,10 11 0,-18-20 0,-2-1 0,0-2 0</inkml:trace>
  <inkml:trace contextRef="#ctx0" brushRef="#br0" timeOffset="105045">9414 6797 24575,'0'37'0,"0"0"0,0 12 0,0-7 0,0 8 0,6-10 0,1 3 0,-4-8 0,1 0 0,4 5 0,4-1 0,4-6 0,1-4 0,6 6 0,7 0 0,9 7 0,-6-8 0,-14-16 0,0 0 0,7 5 0,8 6 0,2 3 0,-2-3 0,-6-5 0,-6-5 0,0 0 0,6 3 0,7 7 0,3 0 0,-3-2 0,-6-6 0,-6-6 0,1-3 0,16 5 0,12 3 0,1-2 0,-10-5 0,-15-7 0,1-6 0,4-8 0,9-6 0,2-3 0,-3-2 0,-9 2 0,-1-3 0,-4-6 0,-2-3 0,3-11 0,2-5 0,-1-1 0,-2 4 0,-6 8 0,1-4 0,-3-1 0,-4 1 0,3-8 0,0-6 0,0 1 0,-4 5 0,-4 10 0,-4 3 0,-3 0 0,-2-6 0,0-12 0,-2-5 0,0-1 0,-2 5 0,-2 12 0,-5-1 0,-7 2 0,-1 2 0,-6-8 0,-3-4 0,-2 1 0,0 6 0,4 11 0,-9 5 0,-4 6 0,0 0 0,-9-4 0,-5-1 0,0 0 0,4 3 0,9 6 0,-2 2 0,-1 4 0,4 0 0,-10-1 0,-4 0 0,1 0 0,4 2 0,11 3 0,5 1 0,2 6 0,-9 5 0,-9 7 0,-4 2 0,5 2 0,11-2 0,9 1 0,3 4 0,-7 7 0,-8 10 0,-3 2 0,4-1 0,9-8 0,8-4 0,1 0 0,-7 11 0,-6 8 0,2 0 0,8-10 0,3 4 0,6-2 0,-3 12 0,1 1 0,4-10 0,4-11 0,2 0 0,-1 10 0,-1 9 0,1-2 0,1-10 0,0 1 0,1-6 0,1-4 0,3-13 0,0-9 0,0 3 0</inkml:trace>
  <inkml:trace contextRef="#ctx0" brushRef="#br0" timeOffset="106548">9905 6499 24575,'-17'17'0,"5"-4"0,-11 4 0,-2 3 0,-12 10 0,13-7 0,-2 4 0,3-2 0,5-6 0,2 1 0,-10 21 0,4-2 0,13-16 0,-3 2 0,2-1 0,10-3 0,0-5 0,0 26 0,0-28 0,8 11 0,0-22 0,21-2 0,4-2 0,-5 1 0,16-1 0,0-1 0,-21 1 0,28 1 0,-42 3 0,15 20 0,-19-10 0,1 21 0,0 3 0,-3-10 0,-3 6 0,-1 8 0,-4-7 0,-11 4 0,-7-8 0,-8 3 0,4-6 0,-7-6 0,-10 0 0,7-11 0,32-16 0,-6 2 0,11-2 0,0 3 0</inkml:trace>
  <inkml:trace contextRef="#ctx0" brushRef="#br0" timeOffset="108424">10081 6958 24575,'0'46'0,"0"-19"0,0 1 0,0 9 0,0 0 0,0-9 0,0-3 0,3 16 0,-3-27 0,11 18 0,-7-23 0,13 10 0,-10-15 0,7 1 0,-8-5 0,13-14 0,-10 5 0,13-30 0,-17 24 0,3-29 0,-8 34 0,-22-15 0,14 21 0,-28-2 0,28 6 0,-11 16 0,15-10 0,-2 29 0,6-28 0,0 12 0</inkml:trace>
  <inkml:trace contextRef="#ctx0" brushRef="#br0" timeOffset="109852">10371 7060 24575,'-6'46'0,"-1"-4"0,-3-25 0,-1 11 0,-1 2 0,-5 0 0,-2 16 0,0-1 0,5-16 0,0 5 0,-3 7 0,4-6 0,4 0 0,-8 9 0,1-2 0,14-26 0,-11 17 0,12-24 0,-7 7 0,7-10 0,-2-3 0,3 0 0</inkml:trace>
  <inkml:trace contextRef="#ctx0" brushRef="#br0" timeOffset="111429">10438 7465 24575,'5'17'0,"-1"-9"0,4 9 0,-2-6 0,-2-4 0,1 7 0,-2-7 0,3 4 0,-3-5 0,16 27 0,-13-21 0,8 14 0,0 0 0,-9-14 0,11 23 0,-14-27 0,3 3 0,-5-8 0</inkml:trace>
  <inkml:trace contextRef="#ctx0" brushRef="#br0" timeOffset="113088">8711 8029 24575,'27'-25'0,"3"1"0,-9 8 0,1 0 0,6-3 0,-1 2 0,-5 4 0,5-3 0,-1 2 0,-9 5 0,17-12 0,2-1 0,-13 5 0,3-3 0,7-6 0,-7 4 0,-1-2 0,3-1 0,6-4 0,-5 5 0,-1 1 0,8-5 0,-2 3 0,-21 17 0,29-17 0,-30 19 0,15-7 0,-21 13 0,-3 0 0,0 0 0</inkml:trace>
  <inkml:trace contextRef="#ctx0" brushRef="#br0" timeOffset="116084">8507 7872 24575,'17'0'0,"12"0"0,3 0 0,3 0 0,12 0 0,-20 0 0,21 0 0,0 0 0,-17 0 0,4 0 0,8 0 0,-10 0 0,-12 0 0,14-1 0,-4 2 0,-25 1 0,10 12 0,-16-6 0,-6 14 0,-5-7 0,-3-2 0,-7 5 0,-1 0 0,6-6 0,-8 9 0,1 1 0,11-7 0,-7 13 0,10-15 0,3 1 0,0-8 0,0 3 0,3-4 0,-3-1 0,6 1 0,-5-4 0,1 1 0,1-2 0,0 0 0</inkml:trace>
  <inkml:trace contextRef="#ctx0" brushRef="#br0" timeOffset="139591">13860 14566 24575,'0'12'0,"-14"23"0,-9 13 0,4-7 0,5-1 0,-2 0 0,-6 12 0,1 1 0,7-12 0,6 4 0,1-6 0,-1 7 0,1-5 0,3-13 0,0 2 0,2 15 0,1 7 0,-1-6 0,0-12 0,1-2 0,5 7 0,4 4 0,0-8 0,3 4 0,11-10 0,7 4 0,-3-5 0,-10-8 0,2-1 0,12 9 0,9 6 0,0 0 0,-6-7 0,-8-8 0,3-3 0,4 3 0,10 3 0,3 0 0,-3-2 0,-7-5 0,-4-6 0,1-2 0,4-1 0,9 2 0,3-2 0,-3-1 0,-10-4 0,15-10 0,-13-1 0,11-4 0,3-3 0,-3 0 0,-10 3 0,-9-1 0,0-2 0,4-3 0,10-6 0,2-2 0,-4 0 0,-9 5 0,-5-1 0,-4-2 0,3-10 0,2-9 0,0-1 0,-7 8 0,-6 8 0,-2-2 0,-2-10 0,1-11 0,-2 1 0,-3 11 0,-2-8 0,-5 4 0,-1-8 0,-3 10 0,-5 8 0,-7 4 0,-6-6 0,2 8 0,-7 3 0,-11-9 0,0 3 0,16 18 0,0-4 0,3 0 0,11 8 0,-11-17 0,0-2 0,6 11 0,-7-7 0,-6-7 0,5 6 0,3 8 0,-5-8 0,7 7 0,16 18 0,41 22 0,-23-10 0,19 0 0,14 0 0,-8-3 0,3-4 0,-8 0 0,12 0 0,-1 1 0,-11-2 0,6-1 0,5 7 0,-10 2 0,-32-6 0,-36 6 0,15-8 0,-24 2 0,-16 1 0,6 0 0,20-2 0,-3 0 0,-4 0 0,-9 0 0,-6 0 0,0 0 0,4 0 0,9-1 0,-3 0 0,1-1 0,-6-1 0,-8-1 0,2 0 0,16 0 0,11-1 0,-6 1 0,28 17 0,2-4 0,13 30 0,-7-25 0,0 11 0,1 10 0,-2-5 0,-2 3 0,-1-2 0,-1 10 0,-1 0 0,1-10 0,-1 4 0,0 15 0,0-7 0,0-36 0,0 7 0</inkml:trace>
  <inkml:trace contextRef="#ctx0" brushRef="#br0" timeOffset="140691">15573 15544 24575,'10'46'0,"1"0"0,-2 1 0,-1-15 0,2 4 0,0 0 0,3 4 0,1 0 0,-1-4 0,-4-10 0,0 2 0,2 6 0,3 7 0,0 0 0,-3-7 0,-4-4 0,-1-2 0,8 16 0,0-3 0,-5-10 0,2 1 0,-11-28 0,0 1 0</inkml:trace>
  <inkml:trace contextRef="#ctx0" brushRef="#br0" timeOffset="169182">10490 13089 24575,'3'-15'0,"3"-4"0,19-14 0,11-12 0,-1 6 0,-8 11 0,4-1 0,-5 4 0,6-6 0,4-4 0,3-2 0,1-1 0,-1 2 0,-3 4 0,-6 5-1093,11-4 1,-6 6 0,5-4 545,-5 2 1,2-4 0,2-2 0,2 0 0,0 0 0,0 3 42,0 0 1,3 2 0,0-1 0,-2 2-1,-1 1 1,-4 2 503,-4 1 0,-5 4 0,2-2 0,7-4 0,-4 4 0,5-5 0,6-2 0,2-2 0,3-1 0,0 0 0,0 0 0,-2 1 0,-4 2 0,-4 4 0,-6 3 0,13-8 0,-8 6 0,9-6 0,-15 9 0,6-3 0,4-3 0,5-2 0,1-1 0,2-1 0,-1-1 0,0 2 0,-3 1 0,-3 3 0,-5 2 0,-6 4 0,16-8 0,-11 6 0,10-5 0,-13 7 0,7-3 0,4-2 0,3-1 0,1-2 0,1 1 0,-2 1 0,-4 2 0,-4 2 0,-6 4 0,9-4 0,-8 4 0,7-2 0,-5 2 0,8-4 0,4-1 0,2-1 0,0 1 0,-2 0 0,-5 3 0,-8 4 849,3-1 1,-6 3 0,6-2-850,-4 2 0,6-3 0,5-1 0,1-2 0,1 1 0,-2 1 0,-5 2 0,-7 2 0,4-2 0,-7 4 0,7-2-469,1 1 1,9-2 0,5 0 0,2-1 0,-2 1 0,-4 1 0,-9 3 406,0 0 1,-7 2 0,4 0 61,2-1 0,3 0 0,3-1 0,0 1 0,-1 0-534,-1 3 0,1 0 0,-1 0 0,-1 2 0,-5-1 534,0 0 0,-4 1 0,6-1 0,5 1 0,10 0 0,3 0 0,0 0 0,-5 1 0,-10 1 0,4 2 0,-3 0 904,6 0 0,5 0 1,-4 0-905,-3 0 0,-6 0 0,5 0 0,-11-1 0,4 2 0,2 6 0,3 2 0,-6-1 0,11 2 0,-15-2 0,9 5 0,3 0 0,-3 0 0,-10-3 0,12 5 0,-12-4 0,10 4 0,-1 0 0,-9-4 0,4 0 0,-4 0 0,9 6 0,0-1 0,-7-2 0,-11-5 0,0 2 0,10 4 0,8 4 0,-1-1 0,-9-3 0,1 1 0,0 0 0,11 4 0,0 0 0,-7-4 0,-10-5 0,-1 0 1092,12 5 0,7 4 0,-1 1-527,1 2 0,-1 1 0,-5-3-565,-12-7 0,-1 0 1092,11 9 0,5 3 0,-12-9 1104,-20-12-2196,-5-6 0,-19-25 0,6 11 0,-8-8 0</inkml:trace>
  <inkml:trace contextRef="#ctx0" brushRef="#br0" timeOffset="170484">17449 10764 24575,'5'31'0,"1"-8"0,20 9 0,6 0 0,-9-9 0,1 1 0,4 5 0,-6-8 0,-7-9 0,5 7 0,-2-3 0,-9-13 0,7 15 0,-13-13 0,-13 3 0,-16-5 0,-4-3 0,-4 0 0,2 0 0,0 0 0,-5 1 0,-1 2 0,4 1 0,-2 1 0,3 0 0,7 0 0,0 1 0,-12 4 0,-4 2 0,7-2 0,5 0 0,-1 7 0,4 1 0,16-9 0,-1 13 0,10-18 0,2 2 0</inkml:trace>
  <inkml:trace contextRef="#ctx0" brushRef="#br0" timeOffset="172410">12856 10633 24575,'0'-16'0,"0"-18"0,0-13 0,0 6 0,0 13 0,0 0 0,0-19 0,0-8 0,0 8 0,0 19 0,0 4 0,0-22 0,0 17 0,0 3 0,0 7 0,0-21 0,0 31 0,6 6 0,-2 9 0,8 23 0,0 4 0,-1-10 0,9 18 0,1-1 0,-6-20 0,12 11 0,2 0 0,-10-13 0,9 4 0,7 4 0,-5-4 0,4 4 0,-4 0 0,9 8 0,-1 1 0,-8-6 0,-10-9 0,-1 0 0,14 15 0,5 6 0,-11-10 0,-16-14 0,11 11 0,-30-22 0,-20 6 0,3-5 0,-6 0 0,-1-2 0,12 0 0,-1-5 0,39-10 0,9-1 0,7-11 0,-2 0 0,-8 7 0,10-8 0,-2 3 0,-22 15 0,12-3 0,-16 5 0,-3 2 0,0-1 0</inkml:trace>
  <inkml:trace contextRef="#ctx0" brushRef="#br0" timeOffset="190699">8542 9948 24575,'19'-6'0,"16"-14"0,2-3 0,1-1 0,-9 4 0,6-3 0,-3 2 0,-1 3 0,-1 2 0,-3-1 0,5-3 0,1 1 0,9-3 0,5-2 0,1-1 0,-3 1 0,-6 4-386,0-1 1,-4 2 0,9-3 385,-12 6 0,6-2 0,6-3 0,3-1 0,2-1 0,3-1 0,-1 0 0,0 1 0,-2 1 0,-3 1 0,-5 2 0,-5 3 0,13-6 0,-9 5 0,1 0 0,10-4 0,-17 6 0,6-2 0,4-1 0,3-2 0,3-2 0,2 1 0,1-2 0,-1 1 0,0 1 0,-3 0 0,-1 1 0,-5 2 0,-4 1 0,-5 3 0,14-6 0,-10 5 0,0 0 0,9-5 0,-11 6 0,4-4 0,5-1 0,3-1 0,3-2 0,1 0 0,1-1 0,0 1 0,-2-1 0,-1 2 0,-3 1 0,-4 2 0,-5 2 0,14-6 0,-6 3 0,-4 1 0,1 1 0,5-3-365,-9 3 1,4-1 0,1 0 0,2-2 0,0 1 0,-1 0 0,-3 2 0,-2 0 0,-5 3-344,8-3 1,-7 2-1,0 1 1,3 0 51,5-1 1,4 0-1,2 1 1,-4 0 0,-8 2 649,1-3 1,2 0-405,-6 3 0,10-3 1,7-3-1,2 0 1,1 0-1,-3 1 0,-6 2 1,-9 2 403,9-4 0,1 0 6,-11 5 0,10-4 0,6-1 0,3-1 0,-1 0 0,-3 2 0,-6 2 0,-9 3 0,4-1 0,-1 2-235,-3 1 0,9-1 0,5-2 0,1 0 0,-1 1 1,-5 2-1,-10 2 235,4-1 0,-1 2 464,5 0 0,9-2 0,4 0 0,-2 0 1,-5 1-465,-1 1 0,-4 0 0,0 0 0,-4 1 0,0 0 0,1 0 0,-3 0 807,4-2 1,-2-1-1,3-1-807,-2 0 0,4-2 0,1-1 0,-1 1 0,-7 1 0,8-4 0,2 0 0,-12 4 0,9-1 0,4-2 0,2 0 0,-2 0 0,-4 2 0,-8 1 0,-1 1 0,-7 2 0,6-1 0,6-2 0,8-1 0,4-1 0,0 0 0,-5 1 0,-7 2 0,8-1 0,0 0 0,-6 2 0,8-2 0,1 1 0,-3 0 0,-10 2 0,-7 1 0,-3 2 1092,4-1 0,3-1 0,0 1-576,3 1 0,0 1 0,-3-1-516,-1 0 0,2 0 0,6-2 0,9 0 0,-1 0 0,-9 0 0,-11 1 0,0-1 0,7-2 0,9-2 0,-1 0 0,-12 2 0,4 0 1638,11-4 0,1 1 742,-11 4-2380,-1 2 130,0-5 1,2-1-131,6 1 0,-5-3 0,-1 0 0,-5 2 0,6-1 0,-32 5 0,4 4 0,-19 0 0,2 3 0,-1 0 0</inkml:trace>
  <inkml:trace contextRef="#ctx0" brushRef="#br0" timeOffset="192290">16661 7002 24575,'16'0'0,"-5"0"0,37 0 0,-31 0 0,26 0 0,-32 0 0,9 0 0,-3 0 0,30 3 0,-27-2 0,7 4 0,-3 1 0,-18-1 0,11 6 0,-15-5 0,1-3 0,3 2 0,14 7 0,-8-4 0,12 5 0,0-1 0,-8-6 0,26 13 0,-35-18 0,7 5 0,-11-4 0,0 4 0,-3 1 0,-12 18 0,3-8 0,-10 13 0,-10 14 0,-2 3 0,6-9 0,8-10 0,-1 0 0,-4 5 0,-5 8 0,-2 2 0,3-4 0,7-12 0,2 0 0,-3 2 0,3-6 0,13-18 0,-1 3 0</inkml:trace>
  <inkml:trace contextRef="#ctx0" brushRef="#br0" timeOffset="193729">13269 7262 24575,'0'5'0,"0"-1"0,0 14 0,0-3 0,0 0 0,12 28 0,5 5 0,-3-8 0,-3-8 0,4 10 0,0 0 0,-3-11 0,3 4 0,5 13 0,-3-2 0,-11-27 0,6 5 0,-2 0 0,-8-12 0,5 7 0,-4-13 0,-2-3 0,1 0 0</inkml:trace>
  <inkml:trace contextRef="#ctx0" brushRef="#br0" timeOffset="195647">13295 7210 24575,'0'17'0,"0"-5"0,0 9 0,0 5 0,0-5 0,0 4 0,0-8 0,0 11 0,0 1 0,0-5 0,4 10 0,2 9 0,-1-10 0,2-11 0,5 15 0,-1-5 0,-6-23 0,18 18 0,-16-19 0,13 10 0,1 0 0,-6-7 0,12 10 0,1 1 0,-10-12 0,13 6 0,-1-3 0,-14-8 0,31-11 0,-38-3 0,1-30 0,-3-5 0,-5 16 0,-4-23 0,-4 3 0,2 32 0,-9-9 0,-2 2 0,2 14 0,-6-11 0,0 0 0,4 6 0,-11-16 0,-1-1 0,7 13 0,-10-11 0,0 1 0,15 17 0,-10-8 0,1-2 0,10 8 0,-26-19 0,28 24 0,-7-6 0,13 14 0,2 2 0,2 2 0,2 15 0,0-13 0,0 7 0</inkml:trace>
  <inkml:trace contextRef="#ctx0" brushRef="#br0" timeOffset="211111">10435 6348 24575,'5'-8'0,"-4"1"0,12-7 0,0-4 0,0 1 0,5-2 0,1 0 0,-4 2 0,17-13 0,-6 7 0,-2 2 0,-5 3 0,15-9 0,-2 2 0,-22 17 0,13-11 0,0-1 0,-8 6 0,20-19 0,3-2 0,-11 13 0,0 2 0,12-7 0,4-2 0,-3 1 0,-8 6 0,-6 4 0,1-1 0,3-2 0,9-5 0,4-4 0,0 0 0,-4 4 0,-9 5 0,-5 1 0,0 2 0,7-4 0,10-6 0,3-1 0,-2 2 0,-9 7 0,-5 3 0,-2 3 0,10-6 0,4-3 0,-4 4 0,-5 4 0,-6 3 0,0-2 0,8 0 0,-2 3 0,-15 7 0,21-5 0,-18 3 0,6-2 0,8-4 0,0 0 0,-6 1 0,17 1 0,-3 2 0,-26 5 0,27 3 0,-36 0 0,5 3 0,-16-3 0,3 3 0,-5-3 0</inkml:trace>
  <inkml:trace contextRef="#ctx0" brushRef="#br0" timeOffset="212404">11857 5165 24575,'17'0'0,"-4"0"0,36 0 0,-27 0 0,16 0 0,0 0 0,-11 0 0,13 0 0,-4 0 0,-22 0 0,37 0 0,-40 0 0,17 0 0,-25 3 0,0 11 0,-3-6 0,-6 19 0,2-19 0,-12 24 0,11-22 0,-19 28 0,18-29 0,-8 13 0,6-14 0,7-1 0,-5-1 0,6-4 0</inkml:trace>
  <inkml:trace contextRef="#ctx0" brushRef="#br0" timeOffset="214117">10165 5580 24575,'0'17'0,"0"-8"0,0 10 0,0-9 0,0 2 0,0-2 0,0 1 0,0 1 0,3-2 0,10 6 0,-4-11 0,18 5 0,-14-9 0,16 1 0,-12-2 0,17 0 0,-21 0 0,28-8 0,-30 4 0,21-32 0,-23 21 0,-3-23 0,-1-1 0,-2 15 0,-13-16 0,-5 2 0,3 23 0,-15-3 0,-1 4 0,10 10 0,-14 3 0,1 2 0,14 3 0,-18 15 0,1 5 0,20-6 0,-6 17 0,3-1 0,13-19 0,7 18 0,-2-29 0,4 1 0</inkml:trace>
  <inkml:trace contextRef="#ctx0" brushRef="#br0" timeOffset="-214041.73">10617 5595 24575,'0'-36'0,"0"7"0,5 18 0,-1 7 0,10-2 0,-4 6 0,1 0 0,-2 0 0,-3 19 0,-3-9 0,0 39 0,-3-30 0,0 12 0,0 0 0,0-12 0,0 31 0,0-26 0,-3 2 0,-10 15 0,5-19 0,-9 8 0,1 0 0,5-10 0,-12 20 0,17-35 0,2 3 0,2-8 0</inkml:trace>
  <inkml:trace contextRef="#ctx0" brushRef="#br0" timeOffset="-212911.73">10712 4943 24575,'0'35'0,"0"-9"0,0-1 0,0-14 0,0 29 0,0-25 0,12 23 0,3 1 0,-2-16 0,10 15 0,0-2 0,-10-18 0,12 22 0,-20-29 0,8 11 0,-12-15 0,4 4 0,-5-5 0,0 0 0,3-3 0,-2 0 0,1-3 0</inkml:trace>
  <inkml:trace contextRef="#ctx0" brushRef="#br0" timeOffset="-175115.73">2263 13551 24575,'-28'35'0,"0"2"0,-3 3 0,4-10 0,-2 3 0,3-2 0,-4 6 0,-1 2 0,1-2 0,7-6 0,0-4 0,1 2 0,1 6 0,-4 9 0,-1 3 0,4-4 0,7-10 0,7 9 0,2-2 0,-1 13 0,1-1 0,2-12 0,4 5 0,2-5 0,2 12 0,1 0 0,-1-11 0,3 4 0,1-13 0,6 11 0,2 5 0,0 0 0,0-3 0,-3-9 0,2 4 0,2-1 0,-1-7 0,4 7 0,3 4 0,1 1 0,0-1 0,-1-4 0,-4-7 0,3 0 0,-3-5 0,2 1 0,1 3 0,1 2 0,2 0 0,1-2 0,14 4 0,2-3 0,-7-6 0,5 2 0,-12-6 0,5 2 0,5-2 0,2-8 0,6-4 0,0-1 0,-5 0 0,3 1 0,5 0-365,-14-5 1,9 1 0,5 0 0,5 0 0,1 0 0,0-1 0,-3 0 0,-5 0 0,-8-2-729,12 2 1,-9-2 0,9-5 764,-12-1 0,6-4 0,5-1 1,4-2-1,1 0 0,0-2 1,-2 0-1,-5 1 0,-4 0 1,-9 1-170,8-3 1,-9 0-1,5-7 117,-5 0 1,7-7 0,3-4 0,1-3 0,0 0-1,-4 0 1,-4 4 0,-9 4 379,-2-1 0,-8 3 0,4-7-254,-1 0 0,3-7 1,4-5-1,0-3 1,-1 0-1,-1 2 1,-3 4-1,-5 7 254,0-2 0,-4 7 0,1-7 97,-1-1 0,3-7 0,0-5 0,1-1 0,-2 3 1,-2 6-1,-5 8-97,-1 5 0,-5 1 344,-6-16 0,-5-10 1,-3 1-1,0 13-344,-11-2 0,4 13 0,-8-9 0,-3-5 0,-1-1 0,1 4 0,6 7 0,-4-5 0,-3 1 0,3 7 0,-7-6 0,-6-3 0,-3-3 0,-1 1 0,3 2 0,3 4 0,8 6 0,-1 2 0,6 5 0,-8-4 0,2 3 0,-8-6 0,-5-3 0,-4-1 0,0 0 0,0 0 0,4 3 0,5 4 0,8 5 0,-12-5 0,0 3-76,11 5 0,-9-3 1,-5-3-1,-3-1 1,1 1-1,3 1 1,6 4-1,8 5 76,-1 1 0,1 3 56,-15-3 0,-11-1 0,3 2 0,15 8-56,12 14 0,-7 6 0,-12 9 0,-2 1 0,11-5 0,15-5 0,0 1 0,-11 3 0,-11 6 0,-3 2 0,3-4 0,12-7 0,-7 1 799,4-2 1,-6 3 0,11-5-800,15-7 3276,-10 11-3083,40-16 0,-14 1 0,14-5 0</inkml:trace>
  <inkml:trace contextRef="#ctx0" brushRef="#br0" timeOffset="-172262.73">3181 13917 24575,'37'0'0,"1"0"0,-3 0 0,5 0 0,-1 0 0,-15 0 0,-1 0 0,4 12 0,-13 2 0,4 10 0,-12-8 0,-4 8 0,-2-15 0,-14 18 0,5-18 0,-26 2 0,-6-2 0,10-4 0,-2-3 0,-9 0 0,9 0 0,7-2 0,-7-11 0,3-3 0,20 5 0,0-17 0,4-1 0,6 12 0,13-27 0,-7 32 0,21-3 0,-18 16 0,16 40 0,-20-28 0,2 21 0,-3-1 0,-4-23 0,-2 21 0,-2 2 0,0-17 0,-7 25 0,-2 2 0,3-22 0,0 21 0,2 0 0,5-26 0,8 30 0,-1-43 0,10 3 0,1-8 0,-2 0 0,6-16 0,-15 9 0,-10-40 0,-3 36 0,-23-22 0,19 38 0,-2 15 0,2 5 0,4-2 0,-6 13 0,-1-2 0,6-21 0,-38 4 0,33-22 0,-16-12 0,1-4 0,14 5 0,-4-1 0,-2 3 0,0 11 0,4 3 0,-22 29 0,31-16 0,-8 26 0,2 4 0,13-16 0,-3 4 0,1 2 0,4 6 0,0-21 0,0 13 0,0-28 0,0 0 0</inkml:trace>
  <inkml:trace contextRef="#ctx0" brushRef="#br0" timeOffset="-170750.73">3888 15011 24575,'0'-18'0,"0"1"0,0-18 0,0 21 0,8-35 0,-3 35 0,16-10 0,4 1 0,-4 8 0,23-6 0,1 1 0,-20 10 0,11-6 0,-7 9 0,-37 36 0,13-8 0,-24 23 0,3 0 0,2-10 0,0 1 0,3-3 0,1-2 0,2-9 0,-7 15 0,0 2 0,1-10 0,-9 4 0,-9 7 0,5-6 0,-4 2 0,0-10 0,-8 2 0,7-9 0,8-11 0,-7-19 0,3-5 0,14 3 0,-4-23 0,3-4 0,6 3 0,1 7 0,0 1 0,4 4 0,2 15 0,2 8 0</inkml:trace>
  <inkml:trace contextRef="#ctx0" brushRef="#br0" timeOffset="-169438.73">3133 15203 24575,'21'0'0,"-5"0"0,3 3 0,18 22 0,-18-10 0,22 14 0,-19-1 0,-3-19 0,-3 18 0,-3 2 0,-4-15 0,2 19 0,-3 0 0,-6-17 0,1 13 0,-1 1 0,-2-15 0,-5 27 0,1-33 0,-16-32 0,14 5 0,-2-27 0,2-2 0,6 15 0,0-5 0,0-8 0,0 9 0,0 9 0,-4-23 0,-1 4 0,0 29 0,-4-17 0,1-1 0,3 15 0,-6-18 0,5 12 0,2 25 0,-1-12 0,5 20 0,0-1 0</inkml:trace>
  <inkml:trace contextRef="#ctx0" brushRef="#br0" timeOffset="-168616.73">2978 15489 24575,'-34'6'0,"-8"13"0,18-10 0,-4 0 0,-16 8 0,-7 2 0,6-4 0,12-4 0,-1-3 0,-7 2 0,-9 0 0,2 0 0,12-3 0,-1-3 0,-6-2 0,6-1 0,27-1 0,-15-19 0,20 12 0,-2-23 0,7 24 0,0-4 0</inkml:trace>
  <inkml:trace contextRef="#ctx0" brushRef="#br0" timeOffset="-167618.73">2559 15280 24575,'39'-5'0,"-20"1"0,24-5 0,-31 6 0,-6-6 0,-1 8 0,-2-5 0,1 6 0,-2 0 0</inkml:trace>
  <inkml:trace contextRef="#ctx0" brushRef="#br0" timeOffset="-164584.73">3703 13424 24575,'0'-22'0,"0"-1"0,-11-19 0,-2-4 0,7 22 0,-1-3 0,-2-7 0,-2-8 0,0-1 0,1 6 0,1 3 0,-1 0 0,-1-10 0,0-6 0,1 6 0,4 13 0,1-2 0,-1-5 0,-1-9 0,0-7 0,1-2 0,2 1 0,3 5 0,6 3 0,3 1 0,3 2 0,-2-2 0,-2-1-547,-4-2 1,-3-3 0,-1-1 0,0 1 0,3 2 0,2 5-274,6-2 1,1 5 0,4 1 0,3 1-1,6-3 1,6 1 0,0 2 0,-4 7 557,-4 6 0,4 2 262,4 1 0,10-5 0,4-2 0,1 2 0,-3 4 0,-10 8 0,-2 7 0,0 6 125,14 0 1,11 1 0,-1 2-1,-15 3-125,-6 9 0,-3 7 0,10 9 0,4 6 0,-2-1 0,-8-3 0,-9-5 0,-6-1 0,6 7 0,-4-3 0,5 5 0,3 4 0,3 4 0,0 2 0,0 1 0,0-1 0,-3-2 0,-3-3 0,-4-5 0,3 9 0,-6-6 0,-1 2 0,3 6 0,-3-6 0,2 7 0,1 3 0,2 4 0,-1 1 0,0 0 0,-1-2 0,-2-3 0,-3-6 0,-3-6 0,0 7 0,-4-9 0,-1 9 0,-3-4 0,0 10 0,0 4 0,-1 3 0,-1 0 0,-1-4 0,-1-5 0,-2-10 0,-3 7 0,-5-1 0,0-6 0,-2 7 0,-3 6 0,-1 1 0,0-2 0,0-6 0,2-8 0,-4 6 0,-6-4 0,-1-6 0,-8 6 0,-4 2 0,0 0 0,2-5 0,8-8 0,0-2 0,-1-4 0,-12 4 0,-9 4 0,2-2 0,11-10 0,7-10 1638,0 2 0,2-4-1261,9-17 2899,11 1-3042,1-17 1,3-3-235,8 6 0,9-13 0,4 2 0,4 15 0,-4 5 0,0-2 0,2-6 0,-2 3 0,-4 8 1227,2-10 1,-5 8-1228,-12 21 0,-13 13 0,5 3 0,-10 16 0,-1 2 0,3-7 0,3-1 0,-2 0 0,-5-5 0,1-5 0,3-3 0,-9 6 0,6-2 0,18-17 0,32 21 0,-11-18 0,17 23 0,-4 6 0,-20-12 0,5 9 0,5 9 0,-6-8 0,-4-8 0,3 6 0,4 7 0,-3-9 0,-6-12 0,10 15 0,-2-3 0,-13-20 0,7 9 0</inkml:trace>
  <inkml:trace contextRef="#ctx0" brushRef="#br0" timeOffset="-163177.73">2670 12119 24575,'-49'0'0,"4"0"0,9 15 0,1 2 0,1-2 0,-2 4 0,2 5 0,17 1 0,5 0 0,2 5 0,3-2 0,4-1 0,8-11 0,28 1 0,-15-13 0,17-6 0,18-5 0,2-2 0,-9 2 0,-13 2 0,1-1 0,7-1 0,10-2 0,4 0 0,-5 0 0,-14 3 0,5 0 0,7 4 0,-5 5 0,-26 6 0,3 13 0,-1 4 0,-7-2 0,-2 7 0,0 10 0,-2-7 0,-2 1 0,-4 3 0,-3 7 0,-2-9 0,-10-9 0,-10 9 0,-4-5 0,4-20 0,-24 6 0,38-17 0,-4 0 0</inkml:trace>
  <inkml:trace contextRef="#ctx0" brushRef="#br0" timeOffset="-162255.73">2819 11490 9703,'0'23'0,"0"4"3276,0-10-1443,0 19 749,12-6-2582,4-2 0,3 2 0,12 9 0,-4-12 0,5 4 0,-5-6 0,2 6 0,0-4 0,6 3 0,-6-6 0,-4-1 0,2 4 0,6 8 0,-5-7 0,-2-2 0,-4 0 0,3 4 0,-6-7 0,-6-10 1516,15 9-1516,-18-21 3276,8-36-887,-7 10-2389,-2-14 0,-2 1 0,-2 16 0,1-15 0</inkml:trace>
  <inkml:trace contextRef="#ctx0" brushRef="#br0" timeOffset="-161434.73">2836 11927 24575,'11'-32'0,"0"-1"0,-3 8 0,1-1 0,14-18 0,1 0 0,-3 3 0,-2 8 0,-1-1 0,0-3 0,-9 20 0,3-4 0,-10 19 0,-2 33 0,0-12 0,0 11 0,0-21 0</inkml:trace>
  <inkml:trace contextRef="#ctx0" brushRef="#br0" timeOffset="-160186.73">3376 11742 24575,'0'48'0,"0"-18"0,3-10 0,11-15 0,-6-5 0,20-1 0,2-4 0,-8-3 0,5 1 0,2-3 0,5-12 0,-3-2 0,-6 2 0,3 1 0,5-3 0,-8 4 0,-12 5 0,10-12 0,-3-1 0,-15 12 0,-4-19 0,-8-2 0,-15 16 0,-2-2 0,-3 3 0,-4 14 0,-14 15 0,1 3 0,19-4 0,-9 7 0,-7 4 0,10-3 0,11 0 0,-8 18 0,5 2 0,20-15 0,2 13 0,1-2 0,4-17 0,4 10 0,-4-22 0,1-3 0</inkml:trace>
  <inkml:trace contextRef="#ctx0" brushRef="#br0" timeOffset="-159488.73">3882 11194 24575,'0'32'0,"0"-1"0,0 2 0,3 7 0,4 1 0,0-13 0,1-1 0,4 0 0,0 0 0,7 19 0,-4-15 0,-1-2 0,-3 1 0,5 3 0,2 5 0,-8 6 0,0-3 0,1-16 0,0 0 0,2 26 0,-3-5 0,-5-27 0,3 19 0,-8-33 0,0 2 0</inkml:trace>
  <inkml:trace contextRef="#ctx0" brushRef="#br0" timeOffset="-157944.73">3874 11122 24575,'33'-29'0,"0"0"0,2 2 0,3-1 0,-3 4 0,-18 16 0,9 3 0,-20 5 0,8 8 0,-9-3 0,8 28 0,-11-22 0,3 39 0,-5-39 0,0 19 0,0 0 0,0-16 0,0 14 0,0 0 0,0-14 0,0 28 0,0-26 0,-20 27 0,10-29 0,-17 15 0,0-11 0,14-9 0,-18 7 0,24-16 0,-13 3 0,13-3 0,-4 0 0,0 0 0,3 0 0,-11-11 0,11 6 0,-6-19 0,11 15 0,0-8 0,3 6 0,0 7 0,0-4 0</inkml:trace>
  <inkml:trace contextRef="#ctx0" brushRef="#br0" timeOffset="-62947.73">20438 10386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07T14:37:02.991"/>
    </inkml:context>
    <inkml:brush xml:id="br0">
      <inkml:brushProperty name="width" value="0.05292" units="cm"/>
      <inkml:brushProperty name="height" value="0.05292" units="cm"/>
      <inkml:brushProperty name="color" value="#FF0000"/>
    </inkml:brush>
  </inkml:definitions>
  <inkml:trace contextRef="#ctx0" brushRef="#br0">16943 5455 24575,'-51'0'0,"0"0"0,20 0 0,-2 0 0,-15 0 0,-7 0 0,8 0 0,19 0 0,2 0-473,-19 0 1,2 0 472,9 0 0,3 10 0,-1 2 0,-10 0 0,9 12 0,-4 8 0,5-3 0,11-10 0,1 3 0,-2 7 0,-5 8 0,-1 3 0,2-2 0,4-7 0,3-5 0,0 2 0,1 8 0,-5 10 0,-1 6 0,1 1 0,3-6 0,6-9 0,3-5 0,2 1 0,-1 8 0,-2 11 0,-1 4 0,2-4 0,5-13 0,4-12 0,4-1 0,6 16 0,6 10 0,1 0 0,-2-12 0,-3-13 0,3-2 0,6 5 0,8 8 0,3 1 0,-1-4 0,-5-9 0,-2-8 0,3-5 0,15 5 0,13 2 0,0-2 0,-10-5 0,-13-8 0,2-4 0,3-1 0,9-3 0,6 0 0,-1-1 0,-4 0 0,-11 0 0,-2 1 0,-1-4 0,5-3 0,11-5 0,4-2 0,0-2 0,-6 1 0,-10 3 0,-5-2 0,-3-4 0,4-2 0,7-7 0,5-4 0,-1-1 0,-4 3 0,-9 5 0,-1 0 0,-2-2 0,0-5 0,6-9 0,1-2 0,-4 3 0,-8 10 0,2-10 0,-6-4 0,0-9 0,-7 13 0,-12 17 0,-10-19 0,-5 3 0,-6 24 0,-9-14 0,-9-11 0,7 7 0,-4 1 0,12 7 0,-7-8 0,-3-4 0,2 2 0,8 9 0,6 6 0,1 1 0,-7-7 0,-7-6 0,1 1 0,7 8 0,-2 0 155,6 5 0,-1 2-155,-14-1 157,21 12-157,-24-11 0,33 13 0,-7-4 0,13 4 0,0 2 0</inkml:trace>
  <inkml:trace contextRef="#ctx0" brushRef="#br0" timeOffset="1424">16321 5841 24575,'-51'0'0,"1"0"0,20 3 0,2 0 0,-6 1 0,4 2 0,14 7 0,2 11 0,6-10 0,8 17 0,0-15 0,8 14 0,4-13 0,9-2 0,15-7 0,-6-8 0,5 0 0,-3 2 0,6 1 0,-4 1 0,-4 3 0,-1 1 0,7-2 0,3 1 0,-7 1 0,4 12 0,-1 18 0,-24-23 0,3 14 0,-3 1 0,-10-6 0,-7 24 0,-1-28 0,-9-3 0,-21-2 0,15-9 0,-19 6 0,14-11 0,1-2 0,-2-5 0,-15 5 0,35-4 0</inkml:trace>
  <inkml:trace contextRef="#ctx0" brushRef="#br0" timeOffset="2785">16711 6213 24575,'0'20'0,"0"-7"0,11 2 0,7-10 0,-1-5 0,17-16 0,-26 10 0,18-24 0,-24 21 0,8-7 0,-7-15 0,1 18 0,-14-15 0,-6 0 0,3 18 0,-14-6 0,-1 4 0,10 12 0,-11 10 0,0 2 0,10-4 0,-1 10 0,2 0 0,11-9 0,10 15 0,2-16 0,9 6 0,-9-11 0,0 0 0</inkml:trace>
  <inkml:trace contextRef="#ctx0" brushRef="#br0" timeOffset="3681">17128 6144 24575,'-24'0'0,"-14"0"0,4 6 0,-3 15 0,-7 8 0,4-1 0,13-9 0,-2 3 0,-1 3 0,-10 9 0,-3 3 0,0 1 0,3-3 0,8-9 0,-1 0 0,0-1 0,-1 3 0,-9 8 0,0 0 0,3-3 0,12-11 0,3-3 0,-8 7 0,4-4 0,22-16 0,-2 4 0,6-10 0</inkml:trace>
  <inkml:trace contextRef="#ctx0" brushRef="#br0" timeOffset="6952">16648 6818 24575,'15'-34'0,"-11"17"0,10-9 0,2 1 0,-7 13 0,9-15 0,-7 22 0,-2 4 0,0-1 0,0 2 0,10 8 0,-10-4 0,18 21 0,-22-16 0,11 27 0,-12-16 0,2 5 0,-4-8 0,-2-3 0,0-7 0,0 15 0,0-14 0,-16 11 0,9-15 0,-26 7 0,24-11 0,-11 3 0,9-3 0,4 0 0,-10-16 0,12 9 0,-5-15 0,9 15 0,-2-1 0,1 2 0,1 2 0,-2 2 0</inkml:trace>
  <inkml:trace contextRef="#ctx0" brushRef="#br0" timeOffset="8351">14890 5163 24575,'0'-42'0,"7"20"0,-1-6 0,5-1 0,13 4 0,1 1 0,5 8 0,-3 10 0,2 2 0,1 0 0,4 3 0,6 2 0,-6 1 0,-5 3 0,2 5 0,9 5 0,2 3 0,-5-1 0,-7 1 0,-3 1 0,3 2 0,7 5 0,3 4 0,0 0 0,-4-2 0,-2-3 0,-4-1 0,-1 1 0,7 9 0,-1 1 0,0-2 0,2 1 0,-5-5 0,-12-10 0,2 1 0,5 7 0,9 8 0,2 3 0,-4-3 0,-7-8 0,9 6 0,-11-7 0,7 7 0,-1-2 0,-9-10 0,-8-9 0,14 9 0,-25-21 0,-1 0 0</inkml:trace>
  <inkml:trace contextRef="#ctx0" brushRef="#br0" timeOffset="9427">16020 5359 24575,'0'19'0,"-3"1"0,17 12 0,4 1 0,-2 4 0,6 3 0,0-1 0,-2-7 0,-6-1 0,7 7 0,-14-20 0,9 17 0,-13-26 0,3 15 0,-3-16 0,3 11 0,-38-17 0,-19-7 0,13 5 0,-5 0 0,-1 0 0,2 0 0,-2-3 0,2 0 0,-2 0 0,-4 1 0,-6 0 0,5 0 0,16 1 0,16 1 0,-16 0 0</inkml:trace>
  <inkml:trace contextRef="#ctx0" brushRef="#br0" timeOffset="11570">15459 4777 24575,'0'20'0,"0"13"0,0 1 0,0-5 0,1 18 0,1-1 0,1-26 0,0 15 0,1 0 0,2-12 0,-1 7 0,0-1 0,2-9 0,2 20 0,-6-27 0,0-2 0,-9-28 0,-1-10 0,0-2 0,-6-10 0,4 7 0,-2-5 0,3 7 0,1 2 0,-1-3 0,1 2 0,7 5 0,0 11 0,0-7 0,0 1 0,0 9 0,3-40 0,-2 36 0,12-30 0,-8 39 0,9-9 0,2 14 0,-4-3 0,31 3 0,-21 0 0,7 1 0,1 1 0,-8-1 0,5 7 0,-2 2 0,-11-3 0,6 14 0,-1 2 0,-13-11 0,11 33 0,-17-36 0,0 21 0,-6-24 0,-31 10 0,17-15 0,-16 1 0,1 1 0,18-2 0,-24 2 0,37-1 0,-1 4 0,8 6 0,11 8 0,-3-6 0,25 11 0,6 2 0,-7-4 0,-6-4 0,8 5 0,-1 1 0,-8-5 0,5 5 0,9 8 0,-6-5 0,-27-22 0,5 7 0,-12-13 0</inkml:trace>
  <inkml:trace contextRef="#ctx0" brushRef="#br0" timeOffset="13269">17329 6641 24575,'45'0'0,"-1"0"0,0 0 0,-6 0 0,2 0 0,6 0 0,9 1 0,-1 0 0,-9 1 0,-11 0 0,0 4 0,4 3 0,10 4 0,3 3 0,-2 1 0,-9-2 0,-7 0 0,-7 0 0,8 6 0,-4-1 0,7 5 0,5 4 0,3 3 0,2 2 0,0 0 0,-1-1 0,-3-1 0,-4-2 0,-6-5 0,4 5 0,-6-4 0,-1 1 0,6 4 0,-3-2 0,6 5 0,3 3 0,2 2 0,1 1 0,-3-2 0,-4-3 0,-6-4 0,-7-7 0,0 6 0,-4-4 0,6 5 0,2 2 0,-10-10 0,-14-16 0,3 1 0</inkml:trace>
  <inkml:trace contextRef="#ctx0" brushRef="#br0" timeOffset="14367">19033 7177 24575,'0'12'0,"0"-1"0,0 0 0,0-3 0,0 3 0,0 22 0,0-13 0,4 28 0,2 4 0,0-8 0,1-6 0,3 6 0,-1-8 0,1-1 0,1 3 0,-1-3 0,-6-20 0,5 29 0,-9-34 0,3 14 0,-43-35 0,10 6 0,-3 0 0,-3-5 0,-3-1 0,-7 2 0,-4 1 0,6 2 0,14 2 0,0 1 0,-19-3 0,0 1 0,12 4 0,6 2 0,3-1 0,-23 0 0,48 0 0,0 0 0</inkml:trace>
  <inkml:trace contextRef="#ctx0" brushRef="#br0" timeOffset="17551">19259 7720 24575,'-38'0'0,"9"0"0,1 0 0,3 0 0,-19 9 0,27-1 0,-8 17 0,-7 10 0,5-3 0,-3 7 0,7-11 0,-5 7 0,0 0 0,8-7 0,3 8 0,3 5 0,-2 10 0,4-8 0,5 6 0,2-10 0,0 12 0,0 0 0,2-11 0,2-14 0,1 1 0,-1 13 0,1 11 0,0-1 0,0-10 0,4 9 0,3-3 0,3 8 0,0-9 0,6-5 0,1-10 0,7 8 0,3 4 0,0-3 0,-5-8 0,0-1 0,4-2 0,2-4 0,8 4 0,6 2 0,3 1 0,-1-2 0,-4-5 0,-8-5 0,9-2 0,1-5 0,-3-1 0,9 2 0,5 0 0,0-1 0,-6-3 0,-10-4 0,-7-4 0,1-5 0,4-5 0,10-6 0,5-4 0,1-1 0,-5 0 0,-8 3 0,3-6 0,0-6-365,-11 6 1,8-6 0,5-5 0,2-3 0,2-2 0,-2 1 0,-2 2 0,-6 4 0,-7 6-729,1-2 1,-7 5 0,4-8 1066,-3 3 0,4-8 1,4-5-1,1-3 1,1-1-1,-3 1 1,-3 3-1,-5 6 1,-8 7 25,-1-3 0,-7-1-469,-1-2 1,0-11 0,0-6 0,-1-2 0,-1 1 0,-2 7 0,-3 10 290,-5 1 0,-5 1-155,1-2 0,-4-10 0,-2-4 0,0 0 0,0 6 0,3 12 333,-12-13-342,-4 14 1,-12-5 0,-1 2-1,7 8 342,8 13 0,0 3 1092,-10-4 0,-6-1 0,-3 3-1082,0 5 1,-5 2 0,0 1 0,8 0-11,0 0 0,-1-1 0,4 2 0,-9 0 0,-4-1 0,-1 1 0,6 1 0,8 0 0,0 2 0,0 2 0,0 3 0,-9 3 0,-2 1 0,3 1 0,9-2 0,4 0 0,2 3 0,-8 9 0,-6 6 0,1 0 0,12-6 0,3 1 0,-3 7 0,7-4 0,24-22 0,2 0 0</inkml:trace>
  <inkml:trace contextRef="#ctx0" brushRef="#br0" timeOffset="19241">19541 7866 24575,'-21'0'0,"7"0"0,-21 0 0,19 0 0,-15 8 0,0 1 0,9 1 0,-18 17 0,0 3 0,19-12 0,-8 9 0,4-2 0,16-16 0,-5 10 0,22-7 0,-3-5 0,34 7 0,-23-10 0,21 1 0,2 0 0,-13-1 0,0-1 0,4 0 0,6 2 0,-3 0 0,-4 0 0,17 7 0,-3 1 0,-27-6 0,26 17 0,-37-16 0,5 11 0,-10-12 0,-11 32 0,-1-27 0,-21 14 0,-4-2 0,8-16 0,-18 4 0,2-3 0,24-9 0,-6 2 0,1-1 0,14 0 0,-5 1 0,14-2 0</inkml:trace>
  <inkml:trace contextRef="#ctx0" brushRef="#br0" timeOffset="20463">19889 8093 24575,'0'6'0,"0"0"0,0 3 0,0 0 0,0 0 0,0 10 0,0-11 0,8 30 0,-6-26 0,9 23 0,-11-27 0,6 3 0,-3 0 0,0-7 0,0 7 0,-1 3 0,2-6 0,4 19 0,-4-18 0,4 12 0,-7-17 0,1 2 0</inkml:trace>
  <inkml:trace contextRef="#ctx0" brushRef="#br0" timeOffset="21535">19273 8731 24575,'11'0'0,"27"0"0,-5 0 0,2-6 0,8-2 0,-4 0 0,-12 2 0,2-2 0,10-3 0,9-3 0,0-1 0,-8 2 0,-9 2 0,1 0 0,8-1 0,9-2 0,-2 0 0,-10 4 0,2-2 0,-3 4 0,6-1 0,-10 3 0,-17 6 0,13-6 0,-23 6 0,-4-3 0,1 3 0</inkml:trace>
  <inkml:trace contextRef="#ctx0" brushRef="#br0" timeOffset="23665">19532 8824 24575,'0'14'0,"0"-3"0,0 3 0,0 8 0,0-12 0,0 34 0,0-32 0,0 32 0,0-32 0,0 7 0,0-10 0,0 2 0,0-4 0,6-1 0,-3-7 0,24-18 0,-16 12 0,23-11 0,-25 17 0,7-1 0,12 7 0,-17-1 0,14 11 0,0 4 0,-13-4 0,10 15 0,-2 0 0,-13-11 0,3 11 0,-1-1 0,-8-13 0,1 34 0,-2-37 0,-16 33 0,6-32 0,-7 6 0,-1-1 0,6-12 0,-8 9 0,16-16 0,2 0 0</inkml:trace>
  <inkml:trace contextRef="#ctx0" brushRef="#br0" timeOffset="24651">19482 8830 24575,'20'0'0,"27"-18"0,-27 8 0,16-11 0,-1 1 0,-18 9 0,25-10 0,-35 21 0,4 0 0,-5-3 0,3 2 0,-3-1 0,-3 2 0,-1 0 0</inkml:trace>
  <inkml:trace contextRef="#ctx0" brushRef="#br0" timeOffset="25883">19983 9332 24575,'0'40'0,"0"0"0,0 4 0,-3-6 0,-1 11 0,-1 1 0,1-8 0,-1-8 0,-2 1 0,-3 5 0,-5 10 0,-2 3 0,1-3 0,3-12 0,2-7 0,-2-1 0,-6 8 0,-6 10 0,-3 3 0,3-4 0,5-12 0,-5 5 0,2-4 0,-5 6 0,-2 1 0,3-6 0,-1 1 0,0 0 0,4-5 0,2-1 0,-2 2 0,0-5 0,-6 7 0,-4 2 0,1-1 0,4-5 0,7-9 0,-9 3 0,4 0 0,-5 5 0,9-10 0,13-17 0,4 4 0,4-8 0</inkml:trace>
  <inkml:trace contextRef="#ctx0" brushRef="#br0" timeOffset="26764">19175 10582 24575,'0'45'0,"0"-26"0,0 16 0,0 0 0,0-17 0,0 19 0,0-10 0,0-1 0,0 0 0,-3 16 0,0-1 0,1-23 0,18 20 0,32-35 0,-12-3 0,-7 0 0,-5 0 0,-16 0 0,6 0 0,-11 0 0,-1 0 0</inkml:trace>
  <inkml:trace contextRef="#ctx0" brushRef="#br0" timeOffset="28258">19200 10992 24575,'-35'0'0,"3"0"0,-4 0 0,6 0 0,-4 0 0,-11 0 0,-9 0 0,-1 0 0,8 0 0,5 0 0,-1 0 0,5 0 0,-8 0 0,-3 0 0,-1 0 0,5 0 0,8 0 0,0-1 0,0 2 0,-6 4 0,-10 3 0,-3 2 0,3 1 0,10-3 0,5-1 0,0 4 0,2 3 0,-9 5 0,-4 4 0,0 0 0,5-2 0,10-4 0,2-2 0,3 5 0,1 6 0,-5 9 0,-3 6 0,2 1 0,5-4 0,10-7 0,7-3 0,5 1 0,-1 7 0,-1 11 0,1 3 0,2-4 0,4-12 0,12 7 0,-2 0 0,7 2 0,14-9 0,1-5 0,-1-1 0,7 3 0,10 6 0,-9-7 0,-2-7 0,4-1 0,9 3 0,-9-5 0,-2-5 0,-1-9 0,12 0 0,0-3 0,-8-2 0,-11-4 0,1-4 0,3-2 0,10-4 0,4-3 0,1-1 0,-3 0 0,-9 1 0,8-8 0,-1-4 0,-6 4 0,7-5 0,4-3 0,0 0 0,-5 3 0,-8 5 0,1-2 0,-3-1 0,-1-2 0,6-6 0,2-2 0,-4 2 0,-10 7 0,-9 5 0,-2 0 0,4-8 0,5-8 0,2-4 0,-3 3 0,-5 8 0,-4 5 0,-3 0 0,2-8 0,1-9 0,-1 1 0,-5 10 0,-5 3 0,-3-6 0,0 1 0,-3 18 0,-19-14 0,12 26 0,-12 0 0,19 5 0,3 3 0</inkml:trace>
  <inkml:trace contextRef="#ctx0" brushRef="#br0" timeOffset="30204">17885 11334 24575,'25'2'0,"-11"-1"0,16 5 0,3 6 0,-15-3 0,10 0 0,-1 0 0,-11-5 0,20 1 0,-29-5 0,-2-13 0,-5 7 0,-17-25 0,11 22 0,-13-13 0,20 18 0,10 19 0,-2-7 0,10 19 0,-13-23 0,0 6 0,0-6 0,-3 5 0,0-3 0,-3 5 0,0-2 0,0 6 0,0-6 0,-29 11 0,16-14 0,-20 4 0,-2-1 0,14-7 0,-12 2 0,1 0 0,18 0 0,-34 7 0,37-4 0,-12 2 0,21-7 0</inkml:trace>
  <inkml:trace contextRef="#ctx0" brushRef="#br0" timeOffset="31947">17984 11202 24575,'-14'0'0,"3"0"0,-12 3 0,12-3 0,-8 8 0,12-6 0,-18 11 0,19-9 0,-18 10 0,22-7 0,-6 4 0,8-5 0,0 13 0,2-10 0,12 23 0,-5-23 0,15 16 0,-16-21 0,5 3 0,-4-6 0,-3 2 0,3-3 0,-3 0 0,-3 0 0,0 0 0</inkml:trace>
  <inkml:trace contextRef="#ctx0" brushRef="#br0" timeOffset="33443">18306 11367 24575,'0'-13'0,"0"1"0,0 6 0,0 0 0,3 3 0,8 0 0,-3 6 0,16 8 0,-15-6 0,8 9 0,-1-3 0,-10-3 0,10 16 0,-16-13 0,6 22 0,-6-20 0,3 16 0,-3-18 0,-5 6 0,1-11 0,-13 5 0,1-7 0,-1 2 0,6-6 0,25-9 0,-7 2 0,16-5 0,13-6 0,-17 11 0,8-2 0,-2 1 0,-15 8 0,9-3 0</inkml:trace>
  <inkml:trace contextRef="#ctx0" brushRef="#br0" timeOffset="34307">17746 11831 24575,'37'-1'0,"1"0"0,-1-1 0,9 2 0,-3 0 0,-12-3 0,1-1 0,15-1 0,7 0 0,-8-1 0,-18 1 0,1 0 0,11-1 0,11 0 0,-3-1 0,-13 2 0,-10 0 0,6-2 0,-5 3 0,-22 5 0,2-3 0,-6 5 0</inkml:trace>
  <inkml:trace contextRef="#ctx0" brushRef="#br0" timeOffset="35729">18088 11942 24575,'0'-32'0,"8"8"0,4 15 0,2 6 0,15 3 0,-16 5 0,12 5 0,-19-1 0,5 24 0,-10-22 0,4 35 0,-5-35 0,0 24 0,-2-27 0,-15 16 0,8-18 0,-10 4 0,18-10 0,12-8 0,23-2 0,6 0 0,4-3 0,-7 6 0,5 1 0,-7 2 0,-5 4 0,1 0 0,-2 0 0,-17 0 0,5 0 0,-14 0 0</inkml:trace>
  <inkml:trace contextRef="#ctx0" brushRef="#br0" timeOffset="43915">17776 12089 24575,'-42'2'0,"0"1"0,0-1 0,-1 0 0,8 5 0,-1 1 0,-6-2 0,-8 2 0,-6 0 0,2 3 0,6 3-820,5 4 1,4 5 0,2 0 0,-2-1 637,0-2 0,0-1 0,0 0 0,-1 2 182,2 1 0,0 1 0,-1 1 0,0 0 0,2-1 0,-4 1 0,0 0 0,1-1 0,3-1 0,0 0 0,2-1 0,-5 3 0,2-3 0,-7 4 0,-2 0 0,0 0 0,4-2 0,8-5 0,-5 1 0,0 0 0,4-3 0,-9 3 0,-3 2 0,0-1 0,6-3 0,9-4 0,5-4 0,3-2 413,-18 6 0,-7 1 0,12-4-413,13-3 0,-14 4 0,36-11 0</inkml:trace>
  <inkml:trace contextRef="#ctx0" brushRef="#br0" timeOffset="45061">15747 12710 24575,'0'19'0,"0"-7"0,0 11 0,-15 7 0,9-9 0,-16 9 0,-1 0 0,9-2 0,-18 10 0,-1-1 0,15-12 0,-9 5 0,1-2 0,16-15 0,-1 9 0,32-13 0,-5-5 0,21 13 0,4 4 0,-2 2 0,-9-1 0,7 6 0,0 2 0,-6-5 0,-8-5 0,0 2 0,13 12 0,5 6 0,-11-8 0,-12-11 0,2 1 0,-5-3 0,-15-15 0,3 1 0</inkml:trace>
  <inkml:trace contextRef="#ctx0" brushRef="#br0" timeOffset="46979">15487 13077 24575,'-28'-3'0,"-8"-3"0,-13-2 0,-3-1 0,8 1 0,4-2 0,-4 1-410,7 3 0,-11-1 1,-5 1-1,-5-1 1,0 0-1,2 1 0,6 1 1,9 0-684,-3 0 1,9 1 0,-10 1 764,9 1 0,-8 0 0,-5 0 1,-3 0-1,-2 0 0,-1 0 1,3 1-1,4 0 0,6 0 1,7 0-766,-5 0 1,9 0 0,-7 3 1012,-4 2 0,-9 1 0,-6 2 0,-1 1 0,3 0 0,8 1 0,12-1 80,5 0 0,5 6-257,-4 10 1,-5 10 0,-2 5-1,6-1 1,8-7 256,10-3 0,5 1 913,-8 13 0,-1 8 0,5 0-913,8-4 0,4 1 0,0-7 0,-4-9 0,2 1 0,8 5 0,5 9 0,2 3 0,1-4 0,-2-8 0,0-6 0,5 0 0,3-4 0,7 7 0,4 3 0,3 2 0,-1-2 0,-3-4 0,-5-5 0,7 9 0,3-3 0,-3-8 0,8 6 0,5 1 0,-1-1 0,-5-4 0,-9-7 0,-6-5 0,1-4 0,8-2 0,10 1 0,5-2 0,-4-2 0,-8-3 0,-5-4 0,2-5 0,1 0 0,10-2 0,7-2 0,1 0 0,-1-1 0,-5 0 0,-10 2 0,7-5 0,-2-3 0,-3 1 0,9-6 0,5-1 0,-3-2 0,-7 2 0,-14 4 0,-1-18 0,-10 2 0,2-13 0,1-5 0,-3 1 0,-6 11 0,-5 3 0,-4-1 0,3-3 0,2-10 0,1-6 0,0 1 0,-2 5 0,-2 12 0,-2 5 0,-2 3 0,3-8 0,2-9 0,-2 4 0,-2 12 0,-6 10 0,-12-4 0,-5 3 0,0 9 0,-10-3 0,0 2 0,10 6 819,-28-6 0,38 12 0,-11 0 0</inkml:trace>
  <inkml:trace contextRef="#ctx0" brushRef="#br0" timeOffset="48091">14008 13213 24575,'-6'0'0,"-27"0"0,20 0 0,-24 2 0,-2 0 0,19 2 0,-22 9 0,1 4 0,24-2 0,-9 14 0,4 1 0,17-11 0,-6 20 0,11-28 0,16 2 0,-6-9 0,40 2 0,-27-6 0,18 0 0,2 0 0,-12 0 0,12 2 0,-2 1 0,-21 1 0,15 3 0,-16 9 0,-13-10 0,15 26 0,-19-23 0,-6 24 0,-7-24 0,-5 8 0,-30-2 0,25-9 0,-27 6 0,40-12 0,-3 0 0</inkml:trace>
  <inkml:trace contextRef="#ctx0" brushRef="#br0" timeOffset="49295">14200 13425 24575,'0'-9'0,"0"0"0,0 3 0,2 0 0,33-11 0,-18 11 0,12-5 0,-1 5 0,-15 17 0,9-5 0,-19 13 0,-3 21 0,0-23 0,0 22 0,2-35 0,20-11 0,4-2 0,6-5 0,10 8 0,-28 6 0,12 22 0,-23-10 0,0 17 0,-26 12 0,12-24 0,-9 4 0,-1-4 0,11-14 0,-6 0 0</inkml:trace>
  <inkml:trace contextRef="#ctx0" brushRef="#br0" timeOffset="50028">14808 13594 24575,'-32'0'0,"7"0"0,-11 21 0,-9 12 0,6-6 0,-3-4 0,9 4 0,-9 11 0,2-1 0,12-11 0,10-9 0,-17 15 0,6-2 0,25-21 0,-10 8 0,14-14 0</inkml:trace>
  <inkml:trace contextRef="#ctx0" brushRef="#br0" timeOffset="50835">14437 13922 24575,'13'0'0,"26"-3"0,-20 3 0,29-3 0,-34 3 0,7 0 0,-9 0 0,-2 0 0,-2 0 0,1 13 0,-3-7 0,11 42 0,-9-35 0,2 14 0,0-1 0,-3-16 0,13 29 0,-12-26 0,8 11 0,-1 0 0,-5-8 0,12 14 0,-18-26 0,-2-2 0</inkml:trace>
  <inkml:trace contextRef="#ctx0" brushRef="#br0" timeOffset="51658">14601 14187 24575,'14'0'0,"6"0"0,3 0 0,20-15 0,-18 5 0,11-13 0,-2-3 0,-11 6 0,4-2 0,-2 5 0,-17 16 0,3-3 0,-8 9 0</inkml:trace>
  <inkml:trace contextRef="#ctx0" brushRef="#br0" timeOffset="53093">13329 13236 24575,'-17'-37'0,"1"0"0,-1 0 0,1-1 0,5 12 0,-1-2 0,-4-5 0,-3-9 0,-2-3 0,1 2 0,3 8-1639,1-3 1,1 4 1554,-4-5 1,-2-4 83,2-3 0,-2-4 0,3 6 0,3 16 0,-1-1-70,1-2 0,-2-7 1,-3-4-1,0-2 1,1 3-1,0 4 70,-6-8 0,0 4 0,-2-6-469,8 11 1,-3-6 0,-1-2 0,-1-1 0,1 1 0,1 2 0,1 5 60,-2-3 0,2 5 0,0 0 0,-3-4-61,2 2 1,-2-5 0,-2-3 0,0 1 0,1 1 0,2 4 0,4 6 373,0 1 1,2 5 0,-1-3 37,-4-5 0,-3-7 0,0-1 0,2 5 0,7 10 57,0-3 525,-10-9-525,24 45 819,-3 9 0,5-3 0,0 0 0</inkml:trace>
  <inkml:trace contextRef="#ctx0" brushRef="#br0" timeOffset="54172">11971 11097 24575,'0'-48'0,"-4"8"0,6 12 0,-1 1 0,-4 2 0,6-21 0,5 8 0,-3 22 0,9-22 0,-10 32 0,19-3 0,-16 6 0,15 20 0,1 8 0,-7-5 0,7 8 0,9 8 0,-5-8 0,2-4 0,-1-1 0,6 5 0,-6-9 0,-8-9 0,12 13 0,-3 0 0,-20-17 0,18 16 0</inkml:trace>
  <inkml:trace contextRef="#ctx0" brushRef="#br0" timeOffset="55874">11240 8312 24575,'-29'19'0,"0"-1"0,0 1 0,-11 3 0,5 5 0,13 15 0,4 9 0,3-4 0,0-12 0,1 5-410,4-6 0,-1 9 1,-1 7-1,0 4 1,0 0-1,0-2 0,1-5 1,2-7-684,-4 6 1,3-7 0,0 9 727,4-9 1,-1 8 0,1 5 0,-1 3 0,1 1 0,0-1 0,1-4 0,0-6 0,0-9-1275,-4 15 1,4-2 1544,5-10 1,2 8-1,1 6 1,2 1 0,0-2-1,1-8 1,-1-9 93,3-4 0,3-2-189,2 6 1,3 8 0,2 2-1,0-4 1,-2-11 188,11 1 714,3-5 1,7 3 0,-4-9-715,3-12 0,3-5 0,13 0 0,2-2 0,-9-2 0,-6-2 0,1-4 0,-3-2 0,9-3 0,4-2 0,-1-1 0,-3 1 0,-10 1 0,4-3 0,-4-2 0,-3-2 0,6-5 0,1-2 0,-4 1 0,-9 5 0,5-16 0,-9-3 0,1-9 0,-7 7 0,-9-3 0,1 0 0,-2-6 0,-5 6 0,-3-3 0,0 6 0,2 11 0,-2-2 546,1-4 0,1-9 0,-1-5 0,-1-1 0,0 3 0,-1 9-370,-3 1 1,-1 6-1,-1-4-176,2-2 0,0-7 0,-1 0 0,-1 2 0,0 8 0,-6-5 0,-3 4 0,-5 0 0,-4-1 0,4 5 0,-7-10 0,3 16 0,-6-6 0,-2 1 0,6 5 0,4 5 0,-1 1 819,-5-1 0,-5-3 0,-1 1 0,3 4-327,-5-1 1,2 3-493,-4-3 0,0 3 1303,11 8 1,0 2-1304,0 4 0,2 2 0,-6 1 841,0 1 1,3 2-842,11 8 0,-5-3 0,20 2 0</inkml:trace>
  <inkml:trace contextRef="#ctx0" brushRef="#br0" timeOffset="56915">11175 8661 24575,'-6'6'0,"-3"7"0,-13 17 0,-2 3 0,5-4 0,-1-1 0,-3 5 0,5-7 0,8-4 0,-12 13 0,18-18 0,-5 9 0,8-10 0,-2 4 0,11-15 0,0-7 0,24-11 0,5-2 0,-10 5 0,10 0 0,9-2 0,-9 4 0,-11 7 0,15 21 0,-5 8 0,-25-2 0,-2 15 0,0 14 0,-2-9 0,-3 2 0,-8-2 0,-4 9 0,-1-12 0,-2-11 0,-14 5 0,-1-4 0,11-20 0,-16 9 0,27-18 0,-1 1 0</inkml:trace>
  <inkml:trace contextRef="#ctx0" brushRef="#br0" timeOffset="58516">11524 8899 24575,'0'27'0,"0"-11"0,0 30 0,0-31 0,0 21 0,0-28 0,0 12 0,0-13 0,14 7 0,-5-10 0,28 2 0,6-1 0,-12-3 0,2-1 0,8 0 0,-9 0 0,-10-2 0,26-6 0,-43 3 0,3-16 0,-8 8 0,0-9 0,-12-6 0,-3 0 0,6 4 0,-14-14 0,0 1 0,15 18 0,-19-11 0,25 31 0,-6 42 0,11-15 0,3 18 0,3 0 0,0-21 0,-2 0 0,1-1 0,6 0 0,-11-15 0,18 32 0,-15-32 0,5 23 0,-8-28 0,-3 5 0</inkml:trace>
  <inkml:trace contextRef="#ctx0" brushRef="#br0" timeOffset="59483">12006 9260 24575,'-42'0'0,"10"0"0,3 18 0,-8 12 0,-1 4 0,5-7 0,1-6 0,-1 2 0,1 3 0,-6 7 0,-4 5 0,0 0 0,3-4 0,8-8 0,-4-2 0,2 0 0,0 3 0,-6 7 0,3-2 0,8-8 0,2-3 0,1 2 0,3-4 0,17-15 0,-6 4 0</inkml:trace>
  <inkml:trace contextRef="#ctx0" brushRef="#br0" timeOffset="60999">11572 9917 24575,'0'-33'0,"0"20"0,3-21 0,0 31 0,14 0 0,-9 3 0,16 8 0,-18 0 0,7 26 0,-13-17 0,3 31 0,-3-35 0,0 23 0,0-28 0,0 8 0,0 1 0,3-17 0,35-2 0,-21-7 0,11-1 0,-3 6 0,-16 18 0,4 12 0,-13 0 0,1 2 0,-2-1 0,-1-11 0,-12 10 0,-4-4 0,2-15 0,-8 4 0,0-3 0,15-10 0,-7 4 0,16-5 0</inkml:trace>
  <inkml:trace contextRef="#ctx0" brushRef="#br0" timeOffset="62626">11686 8688 24575,'22'-32'0,"-1"0"0,1 1 0,0-3 0,7-5 0,-7 13 0,6-6 0,6-4 0,3-2 0,2-3 0,1 0 0,0 0 0,-2 3 0,-3 3 0,-5 4 0,2-1 0,-4 4 0,-2 2 0,3-2 0,8-5 0,-8 9 0,4-3 0,5-3 0,2-1 0,3-3 0,2 0 0,1-1 0,0 0 0,0 1 0,-2 1 0,-1 1 0,-2 3 0,-4 3 0,-3 2 0,-6 4 0,11-6 0,-8 7 0,0 1 0,9-3 0,-6 3 0,7-2 0,5-2 0,3-2 0,2 0 0,1 1 0,-2 0 0,-2 2 0,-5 3 0,-6 2 0,-7 5 0,10-1 0,-1 2 0,-3 1 0,9-4 0,6-1 0,2-1 0,-2 2 0,-5 1 0,-10 3 0,8 1 0,-2 2 0,2-4 0,10-3 0,3-1 0,-4 1 0,-12 3 0,-9 3 0,-2-1 0,13-7 0,8-5 0,0 0 0,-11 3 0,7-2 0,-16 7 0,11-4 0,5-1 0,1 0 0,-3 1 0,-10 4 0,5-2 0,2 1 0,-4 2 0,10-2 0,6-2 0,2 1 0,-1 0 0,-7 1 0,-10 3 0,4 0 0,-2 0 0,5 0 0,11-3 0,2 1 0,-5 0 0,-15 4 0,1 0 0,11-1 0,-11 2 0,-37 7 0,5 0 0,-13 0 0</inkml:trace>
  <inkml:trace contextRef="#ctx0" brushRef="#br0" timeOffset="63940">15256 6543 24575,'34'0'0,"-14"0"0,27 0 0,-34 0 0,23 0 0,1 0 0,-21 0 0,15 0 0,-2 2 0,-22 2 0,11 4 0,-17 1 0,2 3 0,-3-3 0,0 10 0,0-10 0,0 23 0,0-22 0,0 37 0,0-32 0,-6 28 0,2-23 0,-5-1 0,2 6 0,1-16 0,3 8 0,-8 10 0,9-15 0,-8 29 0,6-32 0,1 17 0,0-20 0,3 4 0</inkml:trace>
  <inkml:trace contextRef="#ctx0" brushRef="#br0" timeOffset="80158">9446 5856 24575,'20'0'0,"-7"0"0,11 4 0,2 2 0,8 6 0,-10-2 0,0 0 0,4 4 0,10 16 0,-1 3 0,-10-8 0,5 3 0,7 5 0,-9-6 0,-12-8 0,6 2 0,-3-5 0,-16-14 0,3 2 0,-8-6 0</inkml:trace>
  <inkml:trace contextRef="#ctx0" brushRef="#br0" timeOffset="81563">9828 5886 24575,'0'2'0,"0"2"0,0 6 0,0-1 0,0-3 0,0-1 0,0 4 0,0 3 0,0-2 0,0 2 0,0 2 0,3 2 0,0 0 0,8 8 0,-3-16 0,5 27 0,-6-24 0,7 38 0,-7-34 0,0 11 0,1-1 0,-2-11 0,1 24 0,-7-31 0,-7 8 0,-2-15 0,-18-1 0,-3 0 0,3 0 0,-8 0 0,-10 1 0,9 1 0,1 3 0,2 2 0,-5 4 0,8-1 0,10 2 0,-14 14 0,31-19 0,3-3 0,0 0 0</inkml:trace>
  <inkml:trace contextRef="#ctx0" brushRef="#br0" timeOffset="82997">9920 5944 24575,'26'0'0,"21"0"0,-10 0 0,-2 0 0,-1 0 0,-4 0 0,13 0 0,-1 0 0,-21 0 0,15 0 0,-28 3 0,-1 13 0,-4-3 0,1 35 0,-1-29 0,-1 15 0,-1-1 0,-1-15 0,1 15 0,1 0 0,-1-20 0,4 34 0,-4-38 0,4 20 0,-4-20 0,1 15 0,-2-19 0,0 6 0</inkml:trace>
  <inkml:trace contextRef="#ctx0" brushRef="#br0" timeOffset="83906">10039 6205 24575,'29'0'0,"-6"0"0,8 0 0,-3 0 0,-16 0 0,6 0 0,10 0 0,-13 0 0,15-2 0,2-1 0,-12 1 0,17-6 0,-2-1 0,-18 7 0,18-9 0,-33 11 0</inkml:trace>
  <inkml:trace contextRef="#ctx0" brushRef="#br0" timeOffset="84937">10431 6540 24575,'0'-48'0,"0"25"0,0-1 0,3-4 0,12-14 0,3 2 0,-4 11 0,2-9 0,2-10 0,-4 10 0,-4 11 0,-3-1 0,1-3 0,4-1 0,0 3 0,-1 1 0,11-15 0,1 0 0,-9 19 0,12-15 0,0 0 0,-14 20 0,10-12 0,-1 4 0,-13 21 0,6-10 0,-14 15 0,-1-2 0,-1 3 0</inkml:trace>
  <inkml:trace contextRef="#ctx0" brushRef="#br0" timeOffset="86114">10689 5710 24575,'19'11'0,"-10"-6"0,15 13 0,-19-13 0,5 17 0,-9-14 0,4 16 0,-4-15 0,4 10 0,-2-10 0,3-3 0,0 5 0,0-7 0,-3 4 0,0-5 0,-3 0 0</inkml:trace>
  <inkml:trace contextRef="#ctx0" brushRef="#br0" timeOffset="87046">10646 5649 24575,'-12'2'0,"-2"-1"0,-4 9 0,7-8 0,-12 6 0,19-3 0,-5-1 0,4 7 0,4-4 0,-7-1 0,7-4 0,-2-2 0</inkml:trace>
  <inkml:trace contextRef="#ctx0" brushRef="#br0" timeOffset="100393">12283 13578 24575,'-42'0'0,"0"0"0,0 0 0,0 0 0,4 0 0,-2 0 0,1 0 0,-9 0 0,-6 0 0,0 0 0,5 0 0,9 0 0,-5 0 0,1 0 0,0 0 0,-8 0 0,-3 0 0,3 0 0,10 0 0,4 0 0,0 0 0,-2 0 0,-9 0 0,-2 0 0,4-1 0,12-1 0,-8-4 0,-10 2 0,11-2 0,38-1 0,2 1 0</inkml:trace>
  <inkml:trace contextRef="#ctx0" brushRef="#br0" timeOffset="101432">11015 13320 24575,'-41'21'0,"22"-10"0,-3 8 0,3 2 0,9-1 0,4 2 0,3 6 0,3-16 0,-20 34 0,10-31 0,-25 19 0,24-27 0,-3 4 0,11-4 0,31 7 0,-3-4 0,15 5 0,-15-5 0,1 30 0,-13-27 0,-2 17 0,-3-2 0,-5-19 0,0 16 0</inkml:trace>
  <inkml:trace contextRef="#ctx0" brushRef="#br0" timeOffset="102786">9336 12453 8250,'-25'0'0,"-23"-1"0,-4 2 1638,23 1 0,0 3-1190,-7 5 1,-7 5-1,0 2 1,8 3-449,-1 16 0,6 6 936,3-11 0,0 1 1,2 6-937,5 8 0,1 6 0,3 0 0,3-8 0,4-8 0,1 2 0,1 1 0,-1 10 0,-1 6 0,2 0 0,0-7 0,3-10 0,2-6 0,3 0 0,2 4 0,2 11 0,1 6 0,1 2 0,1-1 0,-1-7 0,0-11 0,2 0 0,4-1 0,3 0 0,5 10 0,5 5 0,1 2 0,1-2 0,-3-8 0,-3-10 0,5-3 0,3-5 0,0 0 0,9 5 0,5 2 0,-1-1 0,-3-5 0,-8-9 0,-2-6 0,3-7 0,6-4 0,11-4 0,7-2 0,1-2 0,-5-2 0,-9 1 0,-8-2 0,-7-2 0,8-5 0,-5 2 0,8-4 0,5-4 0,4-3 0,2-1 0,-1 0 0,-1-1 0,-4 2 0,-5 3 0,-7 2 570,9-9 0,-10 3 1,6-7-571,-9 9 0,5-5 0,4-4 0,2-2 0,0 0 0,-3 0 0,-3 3 0,-6 3 0,-8 6 0,-1-8 0,-7-2 0,-2 1 0,1-10 0,-1-4 0,-1 0 0,-3 4 0,-3 9 0,-7-2 0,-6 1 0,1 2 0,-3-10 0,-1-4 0,-2-3 0,0 2 0,0 6 0,2 9 0,-5-7 0,-5 2 0,1 7 0,-6-9 0,-4-4 0,-2-1 0,0 2 0,4 7 0,5 8 0,-3 2 0,-4 4 0,0 3 0,-10-4 0,-5-2 0,0 3 0,4 3 0,9 7 0,2 5 0,0 6 0,-6 0 0,-11 2 0,-6 1 0,0 0 0,5 2 0,12 0 0,1 2 0,2 3 0,-8 1 0,-10 4 0,-4 1 0,7-1 0,15-2 0,5 6 0,-5 1 0,0 0 0</inkml:trace>
  <inkml:trace contextRef="#ctx0" brushRef="#br0" timeOffset="104054">9153 12620 24575,'-16'0'0,"-14"6"0,17 1 0,-16 14 0,24-3 0,-3 0 0,8-4 0,0-7 0,0 4 0,0-4 0,0 4 0,5-7 0,2 1 0,2-5 0,19-8 0,-10 0 0,24-1 0,-22 4 0,17 5 0,-23 0 0,21 13 0,-26-2 0,10 18 0,-15-15 0,-1 3 0,-3 9 0,0-15 0,0 15 0,-12 17 0,7-28 0,-15 16 0,-3-2 0,7-18 0,-9 1 0,1-2 0,12-6 0,-8-1 0,17-3 0,0 0 0</inkml:trace>
  <inkml:trace contextRef="#ctx0" brushRef="#br0" timeOffset="105332">9474 12748 22522,'5'1'0,"7"1"1000,-1-5-1000,28-8 344,-24 9-344,20-12 175,0 10-175,-19 0 534,20 2-534,-26 12 0,1-2 0,-5 6 0,8 17 0,-9-20 0,6 19 0,-11-26 0,0 1 0,-3-5 0</inkml:trace>
  <inkml:trace contextRef="#ctx0" brushRef="#br0" timeOffset="107428">9502 12745 24575,'6'0'0,"0"0"0,-3 14 0,0-3 0,-3 7 0,0 9 0,0-14 0,0 10 0,0-15 0,3-5 0,0 0 0,9-26 0,-5 8 0,9-16 0,0-1 0,-5 10 0,11 0 0,1 4 0,-13 15 0,18 0 0,-19 11 0,0 0 0,3 33 0,-5-22 0,-3 12 0,-2 1 0,1-13 0,-10 20 0,-3 0 0,-1-16 0,-14 14 0,-2-3 0,10-23 0,-17 6 0,37-30 0,-2 2 0,36-23 0,-27 23 0,18-6 0,1 2 0,-11 7 0,11 2 0,1 2 0,-11 4 0,24 23 0,-37-9 0,0 11 0,-1 2 0,-5-8 0,-13 19 0,-4 1 0,0-15 0,-14 9 0,-2-3 0,10-20 0,-14 4 0,28-14 0,6-11 0,0 9 0,3-9 0</inkml:trace>
  <inkml:trace contextRef="#ctx0" brushRef="#br0" timeOffset="108692">9832 12710 24575,'0'-36'0,"10"5"0,-3-7 0,26 7 0,-17 22 0,10 13 0,-20 5 0,-3 20 0,-3 2 0,0-12 0,1 13 0,1-3 0,-2-20 0,3 24 0,-3-24 0,0 35 0,-3-34 0,0 30 0,0-34 0,3 8 0,25-16 0,7-5 0,-10 4 0,23-5 0,-2 1 0,-27 6 0,18-2 0,-23 3 0,-6 0 0,3 0 0</inkml:trace>
  <inkml:trace contextRef="#ctx0" brushRef="#br0" timeOffset="109401">10259 12852 24575,'-6'10'0,"-13"9"0,-3 2 0,4 3 0,-6-1 0,-5 5 0,7 1 0,-3 5 0,1 0 0,2-4 0,-2 2 0,-2 2 0,5-5 0,-5 7 0,-2 4 0,-1 3 0,1-2 0,3-4 0,5-7 0,-4 8 0,2 0 0,2-5 0,-5 7 0,-2 3 0,1 0 0,3-5 0,6-9 0,4-4 0,1-3 0,-9 17 0,-5 5 0,6-11 0,6-13 0,-4 7 0,1-2 0,11-18 0,-7 12 0</inkml:trace>
  <inkml:trace contextRef="#ctx0" brushRef="#br0" timeOffset="110325">9996 13628 24575,'35'-26'0,"-1"0"0,-5 3 0,1 0 0,1 6 0,-2 1 0,2-4 0,-14 26 0,-9 11 0,-7 3 0,18 15 0,-12-19 0,10 10 0,-5 4 0,-5-19 0,5 18 0,14 12 0,-12-20 0,8 15 0,-1-1 0,-8-19 0,10 23 0,-20-35 0,0 4 0</inkml:trace>
  <inkml:trace contextRef="#ctx0" brushRef="#br0" timeOffset="111240">10263 13810 24575,'35'-26'0,"-14"6"0,9-8 0,-1 0 0,-13 7 0,5-2 0,-3 3 0,-14 12 0,6-3 0,-6 5 0,2 0 0,-1 0 0,-4 0 0,-1 3 0,-1 0 0,-1 3 0</inkml:trace>
  <inkml:trace contextRef="#ctx0" brushRef="#br0" timeOffset="112183">9357 12259 24575,'13'-49'0,"0"0"0,0-1 0,-6 15 0,-1 2 0,5-8 0,0 9 0,4-7 0,2-4 0,3-5 0,1-1 0,1-2 0,0 1 0,-1 1 0,-1 3 0,-2 4 0,-2 5-609,5-11 1,-5 8 0,2 0 0,4-11 608,-7 16 0,3-5 0,2-6 0,2-3 0,1-3 0,1-1 0,0-2 0,0 1 0,0 2 0,-1 2 0,-2 3 0,-1 4 0,-3 6 0,-3 6 259,8-14 0,-4 12 0,2-7-259,-3 4 0,4-8 0,1-5 0,1-1 0,-1 1 0,-2 5 0,-3 6 0,-4 11 0,3-9 0,6-1 0,5-7 0,-3 8 0,-1 6 0,0 0 0,4-6 0,-4 8 0,-4 10 200,1-3 1,-5 2-201,-14 15 0,4-1 0,-8 5 0</inkml:trace>
  <inkml:trace contextRef="#ctx0" brushRef="#br0" timeOffset="113660">10033 10025 24575,'9'0'0,"0"0"0,13 0 0,-12 0 0,17 0 0,-12 0 0,-2 0 0,3 0 0,-12 8 0,2-1 0,-6 5 0,15-1 0,-5-7 0,38-2 0,-32-5 0,10-8 0,-2-3 0,-14 3 0,15-14 0,-21 19 0,4 3 0,-8 16 0,3 1 0,-3 10 0,-8 20 0,6-24 0,-3 14 0,-1 0 0,3-18 0,1 14 0,0-1 0,0-18 0,2 40 0,0-36 0,0 22 0,0-26 0,0 3 0,0-11 0,0-1 0</inkml:trace>
  <inkml:trace contextRef="#ctx0" brushRef="#br0" timeOffset="117310">9426 5716 24575,'-43'0'0,"6"5"0,11 16 0,-2 10 0,4-3 0,5-8 0,-1 3 0,-1 5 0,-5 7 0,-3 6 0,0-1 0,4-2 0,5-8 0,2-1 0,2 2 0,-1 6 0,-3 10 0,-1 4 0,4-4 0,7-10 0,7-11 0,3 1 0,0 12 0,0 12 0,1 4 0,1-2 0,1-11 0,1-1 0,3 0 0,2 2 0,3 9 0,3 3 0,0-3 0,2-9 0,1-10 0,2-6 0,1 1 0,1 9 0,1 2 0,6-5 0,12-4 0,7-5 0,-5-6 0,-13-9 0,3-3 0,9 1 0,11 0 0,4-1 0,-2-1 0,-9-1 0,4 0 0,1-5 0,-12-3 0,9-2 0,4-1 0,3-2 0,-3 1 0,-4 0 0,-10 1 0,9 0 0,-1-3 0,-9-2 0,8-5 0,5-2 0,1-1 0,-2-1 0,-5 3 0,-10 2 0,2-1 0,-2-4 0,-1 0 0,7-7 0,3-3 0,0-1 0,-5 2 0,-9 5 0,-2-2 0,-4-3 0,0 0 0,4-9 0,2-3 0,-1-1 0,-2 3 0,-7 7 0,-1-1 0,-2-1 0,1-1 0,4-7 0,1-3 0,-3 4 0,-5 9 0,-1-11 0,-3 8 0,-1-6 0,-3 9 0,-6 6 0,-13-12 0,-6 0 0,1 14 0,-12-7 0,-10-7 0,4 5 0,14 12 0,-2 0 0,-8-3 0,-8-5 0,-4-3 0,2 3 0,8 5 0,3 3 0,-3 0 0,1 3 0,-8-4 0,-5-2 0,-4-2 0,2 2 0,3 2 0,7 3 0,-7-2 0,7 4 0,-5-1-656,1-2 1,-7-2-1,0-1 1,2 2 0,7 5 382,-6 0 0,4 5-368,2 5 0,-1 3 0,5 1 641,8 2 0,0 0 0,-5 1 0,-4 1 0,-1 7 0,0 10 0,-2 8 0,2 2 0,6-6 0,4-5 0,2-1 0,-5 7 0,-1 0 0,1 0 0,0 0 0</inkml:trace>
  <inkml:trace contextRef="#ctx0" brushRef="#br0" timeOffset="118554">8341 7449 24575,'-17'0'0,"-3"0"-469,-2 14 1,-9 12 0,-6 9 0,-4 4 0,1 2 0,3-4 0,7-6-625,-3 3 1,5-4 0,-7 11 887,14-16 0,-3 6 0,-4 4 0,-2 4 1,-2 3-1,-1 2 0,-2 2 0,0 2 0,0-1 1,1 1-1,0-2 0,3-1 0,1-2 0,3-4 1,2-2-1,5-5 317,-7 13 0,6-8 0,2-1 0,1 3 0,-5 9-112,7-14 0,-2 5 0,-2 4 0,-2 4 0,0 3 0,-1 1 0,0 2 0,-1 1 0,1-1 0,0-1 0,2-1 0,1-2 0,1-4 0,3-3 0,1-4 0,4-6 455,-4 13 1,5-10 0,2 0 0,-1 8-456,1-5 0,-1 8 0,-1 4 0,1 3 0,0 2 0,0-1 0,0-2 0,2-5 0,1-6 0,2-8 0,0 13 0,3-3 0,1 0 0,-1 10 0,2 6 0,-1-1 0,2-5 0,0-12 0,0-2 0,4-1 0,4 4 0,3 10 0,3 2 0,1-4 0,-1-12 0,1-9 0,7-4 0,2-3 0,8 5 0,6 3 0,3 0 0,-1-1 0,-4-3 0,-5-5 0,-1-2 0,-5-4 0,7 2 0,-1-1 0,7 3 0,3 1 0,2 0 0,0 0 0,-3-2 0,-6-4 0,11 3 0,-5-5 0,0 0 1092,-1 1 0,0 0 0,-1-2-33,3 1 1,0-1 0,-10-2-67,-12-1-993,16 2 0,-36-8 0,1-2 0</inkml:trace>
  <inkml:trace contextRef="#ctx0" brushRef="#br0" timeOffset="119720">8009 10921 24575,'14'37'0,"-5"-21"0,4 8 0,0-1 0,-2-10 0,12 18 0,-14-12 0,17 17 0,3 2 0,-5-4 0,-3-7 0,8 7 0,0 0 0,-6-8 0,7 4 0,-6-3 0,4 4 0,-6-9 0,-10-12 0,5 17 0,-29-20 0,-17 2 0,2-3 0,-20-6 0,-3 0 0,14 3 0,-3-5 0,-4 5 0,-4 18 0,5 3 0,5-10 0,3 5 0,-6 7 0,10-7 0,11-7 0,-15 16 0,30-24 0,-1 1 0</inkml:trace>
  <inkml:trace contextRef="#ctx0" brushRef="#br0" timeOffset="126200">9393 9958 24575,'48'-11'0,"0"0"0,0 1 0,-14 2 0,-1 1 0,2 2 0,12 0 0,3 1 0,-8 2 0,-16 2 0,1 0 0,9 0 0,10 0 0,0 0 0,-3 0 0,-5 2 0,-3 1 0,2-1 0,10 2 0,1 0 0,-2 0 0,3 2 0,-6 1 0,-12 1 0,-2 1 0,-3-1 0,-3 1 0,9 7 0,0 2 0,11 7 0,3 3 0,-4-1 0,-11-4 0,-3 1 0,1 0 0,3 4-469,-3-2 1,4 3 0,2 3 0,0 0 0,-1 1 0,-2-3 0,-3-2-352,2 3 1,-3-3 0,0 0 0,1 7 818,-5-2 0,3 5 0,0 4 1,1 2-1,0-1 0,-3-1 1,-1-5-1,-4-5 1,2 2 0,-4-5 0,2 4 0,1 2 0,3 3 0,2 4 0,0 2 0,1 2 0,-1 1-231,-6-8 0,1 2 1,-1 2-1,1 1 1,0 0-1,0 1 1,-1-1-1,1-1 0,-1 0 231,0-1 0,0 0 0,0-1 0,0 0 0,0 0 0,0 1 0,1 1 0,0 1-328,-1-2 0,0 2 0,2 1 1,-1 1-1,1 0 0,-1 0 1,1-1-1,-1-1 0,-1-1 1,-1-3 234,2 3 1,-1-2 0,-1-2 0,0 0-1,0 0 1,0 1 0,1 2 92,-1-2 0,1 2 0,0 2 0,1 1 0,-1-1 0,0-1 0,-1-1 0,-1-3 0,-1-4-19,4 10 1,-3-7 0,0 1 0,2 8 18,-4-7 0,2 7 0,2 5 0,0 3 0,0 2 0,0-1 0,-2-3 0,-2-5 0,-3-7 0,-4-9 1638,-1 4 0,-6-1-1586,-2-2 1,-1 9 0,-2 6 0,-1 4 0,-1 0-1,-1-2 1,-1-4 0,0-8 360,-8 9 1,-2-8 0,-6 9-414,8-15 0,-4 6 0,-2 3 0,-2 5 0,-2 1 0,-1 2 0,-1 1 0,1-2 0,0-1 0,1-4 0,1-3 0,2-5 0,-6 9 0,3-6 0,-1-4 0,-2 2 0,-9 5 0,12-13 0,-4 2 0,-3 3 0,-2 2 0,-3 1 0,-1 1 0,-1 1 0,-1-1 0,-1 0 0,0-2 0,1-1 0,1-2 0,0-3 0,3-4 0,1-3 468,-13 4 0,3-6 0,1-5 0,-1-2 0,0 0 0,-3 0 0,-3 3-438,8-1 1,-3 1 0,-2 1 0,-3 1-1,0 0 1,-1 1 0,0-2 0,1 0 0,1-2-1,2-1 1,3-2 0,3-2-31,-9 0 0,4-4 0,2-1 0,1-3 0,-2 1 0,-4-1 0,4 1 0,-6-2 0,-1 0 0,-3 0 0,1-1 0,2 1 0,3-2 0,5 1 0,5 0 0,-9 0 0,9-1 0,-8-1 0,6-2 0,-8 0 0,-4-1 0,-3-2 0,1 1 0,2-1 0,7 1 0,8 0 51,-1-1 0,9-1 0,-5-1-51,-5-4 0,-6-2 0,-1-1 0,4-1 0,10 3 0,7 0 0,4-4 0,-7-11 0,-4-10 0,0-2 0,8 6 0,5 4 0,2-5-410,3 3 0,-4-9 1,-3-6-1,-1-4 1,0-1-1,2 2 0,1 4 1,5 8-330,-2-6 0,4 7 0,-2-10 739,3 11 0,-1-6 0,-2-6 0,-2-4 0,1-2 0,-2-1 0,2 0 0,0 3 0,1 3 0,3 5 0,1 6 65,0-4 0,2 9 1,1-1-1,-1-11-65,3 11 0,-1-7 0,0-5 0,-1-4 0,0-4 0,-1-2 0,1-1 0,0-2 0,-1 1 0,1 1 0,1 3 0,0 2 0,1 4 0,0 5 0,2 6 0,-3-20 0,2 13 0,0-1 0,0-11 0,3 19 0,-1-5 0,1-4 0,-1-5 0,0-2 0,0-2 0,0-2 0,0 1 0,0 0 0,1 1 0,-1 3 0,1 3 0,1 5 0,-1 4 0,1 7 0,-1-22 0,1 13 0,2-11 0,1 16 0,1-8 0,1-5 0,1-4 0,0-1 0,0-2 0,1 1 0,-1 3 0,1 3 0,-1 6 0,0 7 619,3-15 0,-1 11 1,4-9-620,-2 14 0,2-6 0,2-5 0,1-4 0,0-2 0,1 0 0,1 1 0,-2 3 0,0 4 0,-1 6 0,-1 7 0,2-4 0,-1 10 0,3-7 0,0-3 0,4-8 0,3-6 0,1-3 0,0 2 0,-1 2 0,-2 7 0,-3 10 0,6-3 0,-1 3 819,-3-2 0,2-5 0,0-1 0,2 4 270,8-2 0,1 3 0,-3 5-1089,-7 5 0,-1 1 242,6-7 0,2-4 1,1-2-243,-4 2 0,0-3 0,-1 1 0,-4 5 0,-3 4 0,0 0 0,7-10 0,7-8 0,-1 2 0,-8 13 0,-6 12 0,7-5 0,1 5 0,-10 19 0,7-3 0,-12 25 0,-5-17 0,-5 16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07T14:40:30.951"/>
    </inkml:context>
    <inkml:brush xml:id="br0">
      <inkml:brushProperty name="width" value="0.05292" units="cm"/>
      <inkml:brushProperty name="height" value="0.05292" units="cm"/>
      <inkml:brushProperty name="color" value="#FF0000"/>
    </inkml:brush>
  </inkml:definitions>
  <inkml:trace contextRef="#ctx0" brushRef="#br0">8167 8463 24575,'-47'0'0,"0"0"0,18 0 0,-3 0 0,-4 0 0,-10 0 0,-2 0 0,2 0 0,9 0 0,2-1 0,2 2 0,-5 1 0,-6 2 0,2 1 0,11 0 0,4 6 0,3-2 0,-1 6 0,0 8 0,-1 7 0,4-4 0,-4 3 0,3 3 0,-5 10 0,1 1 0,7-10 0,4 6 0,3-7 0,-4 8 0,0 2 0,5-9 0,0 14 0,-1-1 0,-3 6 0,4-6 0,-1 2 0,2-6 0,2-8 0,-1 1 0,2 1 0,-3 9 0,1 1 0,1-3 0,1-9 0,-2 14 0,6-11 0,1 9 0,1-1 0,2-10 0,3 2 0,15 1 0,10 6 0,-2-9 0,14-8 0,-11-7 0,10 6 0,4 1 0,-2 0 0,-6-5 0,2 1 0,2 0 0,-6-6 0,8 5 0,5 1 0,2 1 0,-2-2 0,-4-2 0,-7-4 0,9 4 0,0-3 0,-4-4 0,9 2 0,4 0 0,0 0 0,-5-3 0,-11-4 0,-5-4 0,-1-2 0,14-1 0,10-1 0,0-1 0,-11-2 0,-16-2 0,0-4 0,9-8 0,11-7 0,3-3 0,-3 0 0,-9 3 0,0-4 0,-2-6-410,-9 8 0,5-8 1,4-5-1,1-2 1,0-1-1,-2 2 0,-4 4 1,-7 7-1230,8-9 1,-3-3 1169,-8 7 1,4-10 0,2-6 0,0-1 0,-2 3 0,-5 6 0,-6 10-77,0-16 545,-13 13 0,-3-11 0,-3-6 0,-2-1 0,-1 5 0,0 12 0,-7 2 0,-3 3 0,0-8 0,-2-7 0,-4-1 0,-3 3 0,-1 10 0,-3 2 0,-1 2 0,0 1 0,4 3 0,0-1 0,3 4 0,-6-4 0,-2 2 0,-6-5 0,-6-3 0,0 1 0,0 1 0,5 4 0,6 6 0,-8-2 0,0 4 0,3 4 0,-9-3 0,-1 0 0,3 3 0,11 6 0,-13 3 0,9 3 0,0 0 0,-6 3 0,30 0 0,-15 0 0</inkml:trace>
  <inkml:trace contextRef="#ctx0" brushRef="#br0" timeOffset="1222">7927 8887 24575,'-14'0'0,"8"0"0,-5 0 0</inkml:trace>
  <inkml:trace contextRef="#ctx0" brushRef="#br0" timeOffset="2844">7695 8922 24575,'-32'0'0,"1"0"0,25 0 0,-3 0 0,3 0 0,-5 0 0,-6 9 0,-4-1 0,-2 12 0,0 1 0,-1-5 0,2 5 0,2-1 0,12-12 0,0 7 0,54-12 0,-28 0 0,12-3 0,11 0 0,-8 0 0,-4 0 0,21 0 0,0 2 0,-25 2 0,12 3 0,-1 0 0,-20-1 0,7 3 0,2 1 0,-1-2 0,0 5 0,-1-2 0,-20-2 0,-3 3 0,-10-2 0,-13 7 0,-9 7 0,4-4 0,-10 7 0,4-5 0,-9 6 0,1 0 0,10-7 0,4 2 0,-18 2 0,8-5 0,35-17 0,-8 0 0</inkml:trace>
  <inkml:trace contextRef="#ctx0" brushRef="#br0" timeOffset="5197">8290 9156 24575,'-3'3'0,"21"0"0,-13-3 0,19 0 0,-9 0 0,-4 0 0,2 0 0,-4 0 0,-3 0 0,0-3 0,-14-5 0,3 3 0,-12-6 0,11 11 0,-3-3 0,3 3 0,0 0 0,3 3 0,-9-3 0,-9 3 0,7-3 0,-5 0 0</inkml:trace>
  <inkml:trace contextRef="#ctx0" brushRef="#br0" timeOffset="6985">8231 9234 18053,'40'-4'0,"0"1"0,-1-1 0,1 1 0,12-3 0,-1 1 0,-27 5 737,-27 4 0,2-2 1,-1-2-1</inkml:trace>
  <inkml:trace contextRef="#ctx0" brushRef="#br0" timeOffset="8828">8277 9233 24575,'-26'3'0,"13"0"0,-10 8 0,17-4 0,3 4 0,0-5 0,3 17 0,0-11 0,0 14 0,0-14 0,6 13 0,-5-12 0,7 9 0,8-14 0,-7-1 0,29 1 0,-28-5 0,22 0 0,-24-3 0,33-14 0,-25 4 0,15-15 0,-1-2 0,-15 9 0,5-21 0,-3 1 0,-12 23 0,-6-17 0,-3 1 0,-2 20 0,-14-11 0,16 19 0,-1 3 0</inkml:trace>
  <inkml:trace contextRef="#ctx0" brushRef="#br0" timeOffset="9569">8761 9286 24575,'-32'4'0,"2"2"0,4 6 0,-10 9 0,-10 7 0,4-1 0,11-6 0,-3 2 0,4-3 0,-7 5 0,-5 2 0,-2 2 0,3-1 0,4-3 0,7-5 0,-3 4 0,1-1 0,-5 3 0,-8 7 0,-3 1 0,6-2 0,12-10 0,4 1 0,-7 5 0,3-3 0,20-15 0,2 1 0,4-4 0,2-1 0,2-4 0</inkml:trace>
  <inkml:trace contextRef="#ctx0" brushRef="#br0" timeOffset="10692">8336 9896 24575,'-15'0'0,"-20"0"0,18 0 0,-12 2 0,1 2 0,12 3 0,-19 19 0,31-10 0,2 24 0,2-24 0,0 10 0,0-17 0,0 2 0,2-7 0,4 2 0,1-6 0,14 5 0,-12-4 0,21 7 0,-22-7 0,25 1 0,-23-2 0,22-2 0,-23 1 0,10-18 0,-15 12 0,1-35 0,-5 28 0,-8-23 0,6 26 0,-6-1 0,8 10 0</inkml:trace>
  <inkml:trace contextRef="#ctx0" brushRef="#br0" timeOffset="11749">9154 9343 24575,'33'12'0,"1"0"0,0 1 0,-7-2 0,1 3 0,9 5 0,8 5 0,1 2 0,-7-3-1093,-8-3 1,-4-1 0,0 2 395,6 4 1,0 1-1,3 2 697,4-1 0,5 2 0,-1 0 0,-7-5 0,-4 1 0,0-1 0,-2-5 0,3 1 0,2 1 0,-2-1 0,7 8 0,-2 0 0,-4-5 0,-9-8 0,2 1 0,3 7 0,7 7 0,3 3 0,-3-2 0,-8-7 0,-6-7 0,-1 0 58,15 15 0,4 7 0,-9-10-58,-14-14 580,6 6 0,-3-3-580,-13-10 0,10 3 0,-15-6 0,-2-4 0,-2 2 0</inkml:trace>
  <inkml:trace contextRef="#ctx0" brushRef="#br0" timeOffset="12668">10190 10376 24575,'26'0'0,"-10"0"0,14 0 0,-13 0 0,23 0 0,-16 0 0,8 0 0,-1 0 0,-11 3 0,29-3 0,-40 3 0,18-6 0,-19-3 0,23-29 0,-21 16 0,1-13 0,3-15 0,-1-3 0,-2 11 0,-4 11 0,-1-2 0,3-8 0,1-12 0,2-3 0,-2 5 0,-2 12 0,0-6 0,5-7 0,-4 10 0,-8 36 0,2 0 0</inkml:trace>
  <inkml:trace contextRef="#ctx0" brushRef="#br0" timeOffset="14640">10671 10435 24575,'-27'0'0,"0"0"0,-20 0 0,-2 5 0,0 3 0,9 5 0,12 8 0,-7 10 0,-4 7 0,0 2 0,4-1 0,9-8 0,-1 7 0,4 3 0,1-5 0,-6 11 0,-3 3 0,2 0 0,3-6 0,8-10 0,4-6 0,4-2 0,-5 15 0,1 7 0,4-7 0,7-14 0,3 1 0,0 8 0,1 8 0,0 0 0,1-7 0,-1-5 0,2 2 0,3 0 0,3 9 0,2 5 0,1 0 0,-1-4 0,-2-8 0,3 3 0,1 1 0,1-3 0,5 8 0,2 5 0,1 0 0,-2-4 0,-3-8 0,3 5 0,3-3 0,1-7 0,5 5 0,3 0 0,-1-3 0,-4-6 0,1-2 0,3-4 0,2-5 0,10 1 0,3-1 0,-1-3 0,-8-3 0,2-2 0,3-3 0,-3-1 0,10 0 0,5 0 0,0-1 0,-3 0 0,-9-1 0,-5-1 0,-5 0 0,7-3-410,-2-1 0,9-2 1,5-1-1,3-1 1,-1 0-1,-1-1 0,-6 0 1,-7 1-684,3-1 1,-7-1 0,7-3 682,-3-1 0,9-3 1,6-3-1,1-1 1,1 0-1,-4 0 0,-5 1 1,-8 3 851,-1-1 1,-7 1 0,6-7-443,-5 0 0,6-6 0,4-5 0,2-3 0,1-1 0,-1-1 0,-3 3 0,-5 2 0,-7 5 573,5-6 0,-8 3 0,3-6-573,-5 3 0,4-6 0,3-6 0,1-1 0,-2 0 0,-2 3 0,-5 4 0,-5 8 0,0-4 0,-6-2 0,-4-5 0,-1-10 0,-2-5 0,-3 5 0,-3 10 0,-5 10 0,-5 0 0,-2-4 0,-4-10 0,-3-5 0,-1 0 0,1 5 0,2 10 0,-3 1 0,-5 3-469,-2 5 1,-8-6 0,-6-2 0,-3-1 0,0 2 0,3 5 0,8 7 48,0 5 0,4 6 0,-9 0 420,5 1 0,-7-2 0,-6 0 0,-4-1 0,-2-1 0,-1 2 0,2-1 0,3 2 0,5 2 0,7 2 0,-15-1 0,9 3 0,-9 1-338,11 1 1,-7 1 0,-5-1 0,-3 1 0,-1 0 0,1 1 0,5 0 0,6 1 0,8 1 337,-13 3 0,2 4-259,9-1 1,-9 2 0,-5 1 0,-2 1 0,3 0 0,5-1-1,11 0 259,-5 3 0,2 0 188,-4-1 0,-11 2 1,-4 0-1,6-2 1,13-2-189,-9 0 520,-5-2 1,8-3 0,34-5 0,2 0 0</inkml:trace>
  <inkml:trace contextRef="#ctx0" brushRef="#br0" timeOffset="15783">9796 8830 24575,'0'19'0,"0"8"0,0 1 0,0-6 0,0 4 0,0 4 0,8 1 0,0-3 0,-2 2 0,9 17 0,1-2 0,-7-26 0,2 16 0,1-1 0,-5-23 0,7 25 0,-10-28 0,4 8 0,-5-7 0,0 0 0,13 15 0,-13-16 0,10 10 0</inkml:trace>
  <inkml:trace contextRef="#ctx0" brushRef="#br0" timeOffset="17489">10734 10726 24575,'-23'0'0,"-18"-1"0,0 2 0,15 1 0,-12 11 0,-10 7 0,10-2 0,12 3 0,-2 5 0,-6 7 0,8-7 0,10-6 0,-13 17 0,29-28 0,10-3 0,-1 0 0,27 1 0,7-2 0,-8 4 0,5-3 0,14 1 0,2 0 0,-12 0 0,-16-2 0,1 0 0,11 1 0,10 1 0,-2 0 0,-13-1 0,-7 3 0,3 0 0,-4 1 0,-19-2 0,3 8 0,-6-4 0,-4-2 0,1 24 0,-2-19 0,-11 11 0,-8 9 0,1-5 0,-13 6 0,-1-3 0,-7 4 0,5-7 0,-7-4 0,10-5 0,0-3 0,-10-8 0,22-2 0,-18-2 0,33-6 0,-4 0 0</inkml:trace>
  <inkml:trace contextRef="#ctx0" brushRef="#br0" timeOffset="18386">11299 11107 24575,'0'32'0,"0"0"0,0-5 0,0 7 0,0-3 0,0-22 0,0 11 0,3-9 0,3 2 0,-2 7 0,8 7 0,0 0 0,-4-1 0,7 12 0,0-2 0,-6-20 0,1 8 0,-1 0 0,-4-14 0,5 20 0,-9-25 0,2 5 0</inkml:trace>
  <inkml:trace contextRef="#ctx0" brushRef="#br0" timeOffset="19274">11889 11421 24575,'-45'24'0,"0"0"0,21-10 0,-2 4 0,-2 4 0,-7 7 0,-5 4 0,0 3 0,3-2 0,4-4 0,-3 6 0,5-2 0,-4 4 0,2-4 0,-4 5 0,0 0 0,2-2 0,6-6 0,-3 6 0,5-4 0,-5-1 0,5-5 0,12-10 0,-15 13 0,4-4 0,15-16 0,-8 9 0</inkml:trace>
  <inkml:trace contextRef="#ctx0" brushRef="#br0" timeOffset="20434">11700 12044 24575,'-7'27'0,"1"-1"0,3-5 0,-3 10 0,0-2 0,6-15 0,0-2 0,3-6 0,5-3 0,0-1 0,24-1 0,-17 2 0,14-3 0,0 0 0,-12 0 0,21-14 0,-34 5 0,0-17 0,-2-3 0,-2 11 0,-14-31 0,5 44 0,-34-3 0,28 8 0,-19 0 0,30 0 0,-1 0 0</inkml:trace>
  <inkml:trace contextRef="#ctx0" brushRef="#br0" timeOffset="22078">11035 12647 24575,'-23'34'0,"0"-1"0,1 1 0,-1 0 0,2-2 0,1-2 0,-4 3 0,-1 0 0,-6 3 0,-2 3 0,0 0 0,2-4 0,5-5 0,-7 7 0,-2 0 0,7-9 0,-8 6 0,-3 4 0,-2 1 0,2-3 0,3-4 0,8-7 0,-2 0 0,0-2 0,2 1 0,-7 6 0,-4 3 0,1-1 0,4-2 0,7-7 0,3-2 0,2-1 0,-15 13 0,-5 5 0,10-9 0,15-12 0,-6 5 0,20-20 0,0 2 0,3-6 0</inkml:trace>
  <inkml:trace contextRef="#ctx0" brushRef="#br0" timeOffset="22966">9871 13476 24575,'0'13'0,"0"22"0,0 4 0,0-7 0,-2 9 0,-2 16 0,0 1 0,0-14 0,1 1 0,-1 5 0,-2 10 0,3-19 0,3-31 0,0 26 0,0-26 0,8 9 0,-4-16 0,21 6 0,6 0 0,-4 1 0,6 5 0,7 4 0,-7-3 0,-3 2 0,8 4 0,-6-1 0,-26-14 0,8 2 0,-14-7 0</inkml:trace>
  <inkml:trace contextRef="#ctx0" brushRef="#br0" timeOffset="24564">10692 13806 24575,'0'42'0,"0"-15"0,0 22 0,0-31 0,0 26 0,2-29 0,15 22 0,-8-25 0,10 7 0,0-3 0,-5-9 0,31 15 0,-28-21 0,31 5 0,-33-6 0,21-29 0,-31 16 0,2-24 0,-3-3 0,-6 20 0,-15-12 0,-4 3 0,4 20 0,-14-2 0,1 1 0,16 4 0,-15-1 0,15 2 0,3 4 0,-6-1 0,11 2 0,0 0 0,3 0 0</inkml:trace>
  <inkml:trace contextRef="#ctx0" brushRef="#br0" timeOffset="26261">9737 13740 24575,'-37'0'0,"7"-1"0,-13-3 0,-7 0 0,-5 0 0,1-1 0,3 1 0,8 1-881,-8 1 1,6 1-1,-9-2 881,14 1 0,-6-1 0,-6 0 0,-4-1 0,-1 1 0,0-1 0,2 1 0,3 0 0,7 0 0,6 2-1087,-10 0 0,8 1 1,-2 0 1086,-5-1 0,-3-1 0,0 1 0,1 0 0,6 1 0,0 1 0,3 0 0,4 1 0,3 0 0,-1 4 0,-1 5 0,-10 5 0,-4 4 0,1 1 0,4-1 0,11-2 0,0 4 0,5 6 0,4 3 0,-5 9 0,-1 5 0,0 2 0,5-3 0,7-7 0,1 7 0,6 3-410,6-10 0,-1 8 1,0 6-1,1 3 1,0 1-1,0-3 0,2-4 1,0-7 180,-2 7 0,2-7 0,4 7-136,4-9 1,2 6 0,2 5 0,3 3 0,0 1 0,1-2 0,0-3 0,-1-5 0,0-8 284,2 7 0,0-8 1,10 2-145,0-6 1,8 3-1,6 4 1,3 1-1,3 0 1,-1-2-1,-1-3 1,-4-4-1,-6-6 224,8 3 0,-4-8 0,8 0-110,-7-4 0,7 1 0,6 1 0,2 0 0,2 0 0,-1-2 0,-4-1 0,-5-3 0,-7-4 110,4-1 0,-8-5 0,7-1 302,0 0 0,7 1 1,3-2-1,1-1 1,-1-2-1,-6-2-302,7-8 0,-4-4 0,-2-1 0,0 1 0,-5 6 0,-1 1 0,2-1 0,2-6 0,-4-2 0,3-6 0,4-3 0,0-2 0,0-1 0,-3 1 0,-4 4 0,-6 3 0,3 0 0,-7 3 0,5-7 18,-4-1 0,6-7 0,3-4 0,2-4 0,-2 1 0,-3 2 0,-5 4 0,-8 7-18,-1-6 0,-6 0 265,0-5 1,3-10 0,-1-4 0,-3 5-1,-5 11-265,-5 12 0,-4 1-191,-7-12 0,-5-8 0,-1 0 1,0 10 190,1 12 0,-1 3 1638,-11-20 0,-6-1-1638,2 13 1,-3 2 0,4 4-1,7 5 0,-2-1 0,-11-10 0,-7-9 0,-1 0 0,8 7 0,9 8 0,0 0 0,-4-4 0,-6-6 0,0 2 0,9 7 0,0-2 1638,-2 0 0,4 9-363,20 19-458,-2 7 1,4-5-1,-1 4 1</inkml:trace>
  <inkml:trace contextRef="#ctx0" brushRef="#br0" timeOffset="27398">8455 13960 24575,'-46'0'0,"13"9"0,-4 5 0,6-1 0,-6 6 0,7-4 0,-6 4 0,7-1 0,-3 12 0,1-8 0,13 2 0,4-1 0,8-8 0,-5 33 0,11-35 0,3 7 0,28-6 0,-15-12 0,29 3 0,5 1 0,-15-2 0,-2 1 0,7 0 0,-8 1 0,-7 0 0,6 8 0,-3 0 0,-18-8 0,15 27 0,-21-21 0,4 11 0,-7 16 0,1-16 0,-3 19 0,-4 0 0,-3-11 0,-13 14 0,-5-4 0,0-20 0,-13 0 0,1-4 0,20-13 0,-18-1 0</inkml:trace>
  <inkml:trace contextRef="#ctx0" brushRef="#br0" timeOffset="28619">8682 14532 24575,'0'-14'0,"0"6"0,5-31 0,-1 30 0,14-10 0,4 2 0,-6 15 0,17-2 0,0 2 0,-17 5 0,9 11 0,-2 3 0,-13-2 0,-1 15 0,-1 0 0,-5-15 0,-3 32 0,0-38 0,-14 28 0,9-24 0,-7 10 0,46-27 0,-9 1 0,12-2 0,10-3 0,-7 2 0,3 3 0,-6 0 0,5-2 0,-11 3 0,-16 2 0,8 0 0</inkml:trace>
  <inkml:trace contextRef="#ctx0" brushRef="#br0" timeOffset="29575">9560 14468 24575,'-37'7'0,"0"-1"0,1 1 0,-6 9 0,-6 4 0,-2 3 0,5 0 0,8-4 0,4-1 0,2 3 0,-5 2 0,-8 8 0,-2 1 0,5-2 0,12-7 0,3 6 0,-5 1 0,-3 2 0,9-6 0,2-2 0,-4 1 0,-9 13 0,4-2 0,21-24 0,-15 16 0,1 0 0,13-16 0,-14 16 0,-1 0 0,11-15 0,-6 8 0,2-1 0,11-11 0,-7 10 0,15-13 0,-2 0 0,3-3 0</inkml:trace>
  <inkml:trace contextRef="#ctx0" brushRef="#br0" timeOffset="31116">9075 15215 24575,'0'25'0,"0"-18"0,0 32 0,0-28 0,0 4 0,0 0 0,0-8 0,13 12 0,-7-13 0,23 7 0,-19-10 0,19 0 0,-20 0 0,30-12 0,-21 3 0,16-11 0,1-1 0,-13 8 0,4-11 0,-5-1 0,-17 13 0,1-12 0,-34-11 0,16 20 0,-23-12 0,-3 2 0,20 14 0,-13-4 0,3 3 0,20 9 0,-19 11 0,20-6 0,-6 17 0,11-15 0,1 10 0,2-13 0,0 1 0</inkml:trace>
  <inkml:trace contextRef="#ctx0" brushRef="#br0" timeOffset="33290">7536 14960 24575,'-47'-5'0,"1"0"0,-1-1 0,11 3 0,2 1 0,-5-5 0,2-3 0,-5-4 0,-3-2 0,0-1 0,4 0 0,5 4 0,0 0 0,6 2 0,-6-2 0,0-1 0,-7-2 0,-4-1 0,-1-1 0,2 0 0,5 2 0,8 2 0,-7-5 0,2 0 0,3 3 0,-6-3 0,-3 0 0,2 0 0,8 2 0,-4-5 0,2 1 0,-7-2 0,-4-1 0,7 4 0,16 8 0,1 0 0,-10-4 0,-5-2 0,7 3 0,3 2 0,-13-5 0,8 5 0,30 13 0,7 12 0,16 4 0,17 9 0,-9-8 0,5-10 0,7-2 0,-5-2 0,5 1 0,9-2 0,-1-1 0,-14-1 0,-16 0 0,-10-6 0,-52-14 0,9 7 0,1 2 0,-8-2 0,8 3 0,-1 0 0,-2-2 0,-8-1 0,9 1 0,9 1 0,-13-9 0,3 5 0,25 14 0,-12 22 0,24 3 0,10 11 0,2 0 0,-3-15 0,14 13 0,2-2 0,-13-19 0,9 14 0,-2-1 0,-13-14 0,10 23 0,-15-18 0,1 0 0,-2-3 0,0-9 0,0-2 0</inkml:trace>
  <inkml:trace contextRef="#ctx0" brushRef="#br0" timeOffset="35103">3598 13766 24575,'-5'34'0,"-1"0"0,3 2 0,2 6 0,-1 0 0,1-8 0,-1-7 0,0 1 0,2 7 0,0 12 0,0 6 0,0 1 0,0-5 0,0-10 0,0 0 0,0 0 0,3 1 0,0 11 0,2 4 0,1 1 0,0-5 0,0-10 0,4 5 0,4-4 0,2-9 0,5 6 0,3 1 0,-1-3 0,-2-9 0,0-1 0,6-6 0,6-5 0,12 0 0,7 0 0,2-2 0,-4-3 0,-9-1 0,-6-4 0,-4-2 0,6 0 0,-1 0 0,8 1 0,6 0 0,2 0 0,-1 0 0,-1-1 0,-6-1 0,-7-2 0,1-2 0,-7-1 0,6-3 0,3-1 0,7-2 0,4-2 0,-1-1 0,-5 1 0,-10-1 0,0-1 0,-5-7 0,1-7 0,6-11 0,1-3 0,-5 1 0,-9 8 0,-9 8 0,-4-2 0,3-8 0,4-12 0,1-5 0,-1-1 0,-1 4 0,-5 9 0,-3-2 0,0 1 0,3-2 0,3-6 0,1-1 0,-2 3 0,0-5 0,0 3 0,-2 5 0,0 7 0,-1-1 0,1-4 0,2-9 0,-2 1 0,-3 10 0,-3-7 0,-3 8 0,-1-9 0,-1 0 0,-2 10 0,-3-5 0,0 6 0,-1-7 0,-7-1 0,-6 8 0,-6-1 0,-1 1 0,2 2 0,6 4 0,2 1 0,-6-3 0,-5 0 0,-6-7 0,-5-2 0,-2-2 0,0 3 0,4 3 0,6 8 0,2 2 0,4 6 0,-7-2 0,-3 2 0,-7-3 0,-6-2 0,-1 1 0,1 3 0,4 3 0,8 5 0,-8 4 0,0 6 0,3 1 0,-8 0 0,-4 1 0,-1 1 0,6 1 0,8 2 0,-3 5 0,3 3 0,-11-3 0,-4 0 0,5 11 0,16 12 0,3 10 0,4 1 0,2-6 0,0-5 0,0 2 0,1-1 0,-5 8 0,-2 5 0,0 0 0,3-5 0,5-7 0,-1 0 0,2 0 0,-6 7 0,-4 8 0,0-2 0,6-9 0,9-12 0,1-4 0,-9 17 0,5-9 0,15-23 0</inkml:trace>
  <inkml:trace contextRef="#ctx0" brushRef="#br0" timeOffset="36461">4048 13467 24575,'-6'2'0,"0"-1"0,-19 20 0,14-7 0,-12 17 0,0 3 0,8-1 0,1-8 0,0 3 0,-3 8 0,2-3 0,3-8 0,-5 13 0,3-4 0,10-21 0,0 3 0,33-16 0,-14-4 0,19-5 0,1 0 0,-16 2 0,15-1 0,-1 2 0,-21 6 0,31 19 0,-36-8 0,5 13 0,-2 3 0,-9-8 0,-4 14 0,-2 12 0,-1-8 0,-5-1 0,-3 2 0,-4 8 0,3-13 0,2-22 0,-12 20 0,25-37 0</inkml:trace>
  <inkml:trace contextRef="#ctx0" brushRef="#br0" timeOffset="37758">4425 13618 24575,'0'-17'0,"0"6"0,0-7 0,2-3 0,-1 9 0,18-6 0,-13 11 0,25 10 0,-22 8 0,11 34 0,-15-17 0,-2 7 0,-1-2 0,-2-14 0,0 10 0,0-1 0,0-16 0,0 19 0,11-45 0,13 3 0,-2-8 0,24 10 0,-32 9 0,20 20 0,-27-9 0,5 12 0,-3 6 0,-5-15 0,1 37 0,-5-33 0,-10 7 0,-2-1 0,0-11 0,-29 18 0,29-25 0,-5 5 0,14-11 0</inkml:trace>
  <inkml:trace contextRef="#ctx0" brushRef="#br0" timeOffset="38472">5088 13914 24575,'-9'17'0,"-12"12"0,-10 13 0,-4 1 0,5-7 0,3-8 0,-3 1 0,2 0 0,-8 9 0,-2 3 0,-1 1 0,4-6 0,8-9 0,1-6 0,1-2 0,-4 6 0,-6 5 0,2-1 0,7-8 0,3-4 0,-4 8 0,2-2 0,10-14 0,-6 5 0,20-14 0,-4 0 0,8 0 0</inkml:trace>
  <inkml:trace contextRef="#ctx0" brushRef="#br0" timeOffset="40229">4741 14720 24575,'0'-42'0,"0"14"0,0-9 0,0 1 0,0 15 0,0-19 0,0 1 0,0 27 0,0-31 0,0 52 0,6 4 0,-1 14 0,7 10 0,2-2 0,0-12 0,17 18 0,3-2 0,-8-23 0,4 6 0,7 5 0,-7-6 0,-2-3 0,12 14 0,-4 0 0,-22-18 0,13 24 0,-23-29 0,-13 15 0,0-18 0,-41 4 0,33-10 0,-15 0 0,38-5 0,4 1 0,5-8 0,5-6 0,1-2 0,-1 0 0,9-10 0,-1 2 0,-14 14 0,16-9 0,-25 20 0,3 3 0</inkml:trace>
  <inkml:trace contextRef="#ctx0" brushRef="#br0" timeOffset="43983">3398 14290 24575,'-27'0'0,"0"0"0,-19 0 0,9 0 0,-9 0 0,-2 0 0,8 0 0,5 0 0,-3 0 0,3 0 0,-10 0 0,-6 1 0,-1-1 0,0 1 0,7-1 0,8 2 0,-7 2 0,2 0 0,-1-2 0,-7 0 0,0 1 0,3 7 0,7 7 0,2 5 0,3 2 0,3-2 0,-5 1 0,-2 3 0,6-2 0,-7 6 0,-4 4 0,0-1 0,4-2 0,8-5 0,-2 4 0,3-1 0,0-2 0,-5 3 0,1 2 0,4 1 0,-1 8 0,5 1 0,3-5 0,3-11 0,0 3 0,2 5 0,-3 9 0,0 4 0,2-3 0,5-11 0,-3 14 0,10-13 0,-1 9 0,-1 5 0,2-3 0,3-8 0,1-3 0,3-1 0,-1 8 0,0 9 0,0-2 0,1-8 0,0-10 0,2-2 0,1 7 0,3 3 0,4-7 0,23 3 0,-12-8 0,3-1 0,1-9 0,3-2 0,3 3 0,3 0 0,-2-2 0,-8-3 0,3-1 0,12-2 0,11 0 0,3-3 0,-7-5 0,-6-6 0,-3-4 0,4-2 0,-1 1 0,5-1 0,2-2 0,-3 0 0,-4-1 0,1-1 0,-4 0 0,1-5 0,5-6 0,3-5 0,-2-1 0,-7 4 0,-7 2 0,0-3 0,-3 3 0,6-6 0,2-3 0,1-1 0,-2 1 0,-4 4 0,7-8 0,-5 3 0,3-3-656,-5 5 1,3-3-1,0-1 1,-1 2 0,-2 3 332,0 2 0,-3 4 0,2-2-293,-1-1 0,3-1 0,-2 0 0,-4 6 616,-3 2 0,-2 2 0,13-9 0,2-3 0,-19 10 0,-32 15 0,7-3 0,-23 11 0,-11 0 0,-1 0 0,12 0 1638,-8-1 0,-2 2-1313,1 8 2784,22-5-3109,-14 5 0,34-6 0,15-3 0,-2 0 0,38 0 0,-29 0 0,18-3 0,-6-6 0,-3-1 0,-6 0 0,18-6 0,-1-1 0,-23 8 0,7 0 0,-2 4 0,-14 7 0,9 7 0,-19 1 0,3 17 0,-3-17 0,6 29 0,-3-29 0,3 16 0,0 1 0,-1-10 0,4 16 0,1 0 0,-4-18 0,8 24 0,-11-31 0,0 3 0,-3-5 0,0-3 0,0 0 0</inkml:trace>
  <inkml:trace contextRef="#ctx0" brushRef="#br0" timeOffset="46586">15741 13212 24575,'0'-4'0,"0"35"0,0 7 0,0 11 0,0-1 0,0-12 0,0 0 0,0 5-547,-2-2 1,1 5 0,-1 3 0,-1 2 0,0 0 0,0-3 427,-2 3 0,0-2 0,-1 0 0,0 2 0,0 1 119,0-5 0,0 2 0,-1 2 0,0 0 0,0 0 0,0-3 0,0-2 240,0 0 0,0-3 1,0-1-1,-1 1 1,0 4-241,0-2 0,0 6 0,-1 2 0,0 2 0,0-2 0,1-4 0,0-4 0,2-9 316,-4 10 1,0-2-317,3-2 0,-3 11 0,1 4 0,-1-1 0,2-7 0,1-13 0,-2 4 0,-2 2 0,0-7 0,6-27 0,-3 7 0,8-15 0</inkml:trace>
  <inkml:trace contextRef="#ctx0" brushRef="#br0" timeOffset="48772">15695 13097 24575,'48'-6'0,"0"0"0,0 0 0,0 1 0,0-1 0,-8 3 0,-3 1 0,2-1 0,6-1 0,-4-2 0,6-2 0,5 0 0,3-2 0,1 0 0,-1 0 0,-3 0 0,-4 2 0,-7 1 0,5 0 0,-8 1 0,0 1 0,10-3 0,-11 1 0,5-1 0,6-1 0,3-1 0,3-1 0,2-1 0,0 1 0,0-1 0,-2 1 0,-3 1 0,-3 1 0,-6 0 0,-5 2-491,11-1 1,-10 2 0,0 0 0,9-2 490,-10 1 0,5-1 0,6-1 0,3-1 0,2-1 0,1 1 0,0-1 0,-1 1 0,-4 1 0,-3 1 0,-6 2 0,-6 1 0,12 1 0,-9 3 0,6 0 0,-4-2 0,7-1 0,4-1 0,3 0 0,-1 1 0,-3-1 0,-5 2 0,-10 1 0,8 1 0,0 1 0,-5 1 0,10 0 0,6 1 0,2 0 0,-3 1 0,-6-1 0,-9 1 0,1 2 0,-1 2 0,3-2 0,10 2 0,2 0 0,-5 1 0,-14-1 0,-3 6 316,-5 2 0,-5-1-316,-16-5 0,5 30 0,0 8 0,-6-9 0,2-1 0,2 12 0,0 0 0,-3-9 0,-2-11 0,-1 2 0,3 4 0,1 11 0,1 6 0,0 0 0,0-2 0,-1-8 0,-1 0 0,-2-6 0,2 9 0,0-10 0,1 8 0,0 5 0,1 3 0,0 2 0,0 0 0,0-1 0,0-3 0,-1-6 0,-1-6 108,2 15 0,-2-9 0,2 5-108,0 0 0,0 9 0,1 3 0,0-2 0,-1-10 0,-1-16 0,-1-7 0,0 13 0,-2 0 0,-2-11 0,0 21 0,0 1 0,0-22 0,0 5 0,0-2 0,-3-19 1005,0 5-1005,-18 2 0,-6-1 0,1-4-469,-2-4 1,-12 3 0,-8 1 0,-5 1 0,0 0 0,5-2 0,7-2-625,-4-1 1,7-2 0,-11 3 1074,15-4 0,-6 2 0,-5 1 1,-5 1-1,-2 0 0,-2 1 1,-2 0-1,2 0 0,0-1 1,3 0-1,4-1 0,4-1 1,6-1-95,-14 3 0,11-3 0,-1 0 0,-12 0 112,17-2 0,-7 0 0,-4 1 0,-5 0 0,-3 1 0,-2-1 0,-1 1 0,-1-1 0,0 0 0,2 0 0,2 0 0,3-1 0,4-1 0,5 0 0,6-1 0,-18 1 0,12-3 0,0 0 0,-11 1 0,17 0 0,-6 1 0,-4-1 0,-4 1 0,-3 0 0,-2 0 0,-1 1 0,1-1 0,1 0 0,2 1 0,3-1 0,5-1 0,5 1 0,5-1 0,-17 2 0,11-1 0,-11 1 0,15-1 0,-8 1 0,-5 1 0,-4 0 0,-2 0 0,-1 0 0,1 0 0,3 0 0,4 0 0,6-1 0,7-1 0,-9 1 0,9-1 0,-6 0 0,-2 0 0,-10 1 0,-6 0 0,0 0 0,4-1 0,8 0 0,14-2 0,-12-1 0,-4 0 0,14 0 0,36 0 0,-2 0 0,4 0 0</inkml:trace>
  <inkml:trace contextRef="#ctx0" brushRef="#br0" timeOffset="49827">16881 13400 24575,'-31'0'0,"0"0"0,6-2 0,-3 4 0,-7 10 0,-8 7 0,1 2 0,5-4 0,5-3 0,-1 5 0,1 4 0,-7 8 0,-3 4 0,0 2 0,6-3 0,8-6 0,5-1 0,5 2 0,-4 13 0,-3 10 0,3 0 0,9-14 0,9-2 0,2 1 0,2 8 0,1-10 0,3-11 0,12 14 0,5-2 0,4-18 0,-3-4 0,3-1 0,6-5 0,-1-2 0,0-2 0,7-11 0,9-7 0,-9 0 0,-4-6 0,3-3 0,7-7 0,-8 5 0,-5-4 0,-4 8 0,1 2 0,8 1 0,-18 13 0,2-1 0,-16 6 0</inkml:trace>
  <inkml:trace contextRef="#ctx0" brushRef="#br0" timeOffset="50915">16707 14000 13425,'0'12'0,"0"0"3276,0 1-2059,0 4 718,0-6-1935,0 11 1067,3-17-1067,8 6 3276,14-8-2897,18-3-379,-11 3 0,8-15 0,-2-4 0,-14 4 0,13-19 0,-3-3 0,-20 13 0,-1-22 0,-2-1 0,-7 20 0,-12-8 0,-4 4 0,1 20 0,-32 0 0,26 11 0,-29 17 0,24-2 0,-8 12 0,0 2 0,10-6 0,1 6 0,3-1 0,10-17 0,2 14 0,1-11 0,3-5 0,20 10 0,-16-18 0,16 4 0</inkml:trace>
  <inkml:trace contextRef="#ctx0" brushRef="#br0" timeOffset="52169">17067 13846 24575,'0'8'0,"0"-1"0,0 1 0,0 9 0,0-5 0,0 5 0,0 3 0,0-11 0,25 31 0,-13-28 0,15 9 0,1-2 0,-13-13 0,30 8 0,-36-14 0,15-5 0,2-4 0,-9-4 0,11-24 0,-2-4 0,-15 11 0,0-14 0,-4 4 0,-12 26 0,3-6 0,-3 34 0,5-4 0,5 38 0,-3-32 0,6 11 0,0 0 0,-6-14 0,24 17 0,-19-25 0,12 3 0,6-11 0,-14 0 0,23-20 0,-29 16 0,6-13 0</inkml:trace>
  <inkml:trace contextRef="#ctx0" brushRef="#br0" timeOffset="53460">17529 13722 24575,'0'6'0,"0"8"0,0-3 0,0 19 0,0-10 0,0 8 0,0-13 0,0-3 0,0-7 0,0 7 0,0-5 0,2 1 0,-1-8 0,4-12 0,-1-25 0,0 15 0,9-22 0,-8 39 0,20-4 0,-17 10 0,19 7 0,-18-7 0,12 9 0,-14-8 0,15 11 0,-14-9 0,17 15 0,-18-11 0,10 8 0,-11-9 0,3 2 0,-6-6 0,0-1 0</inkml:trace>
  <inkml:trace contextRef="#ctx0" brushRef="#br0" timeOffset="54354">17959 13122 24575,'0'41'0,"0"1"0,0-1 0,0 0 0,0 8 0,0-2 0,0 3 0,0-10 0,0 3 0,0 1 0,0-2 0,0-5 0,0 11 0,0 0 0,0-6 0,0 7 0,0-4 0,0-12 0,0-5 0,0 12 0,0-3 0,0-24 0,11 26 0,-6-34 0,19 2 0,-18-7 0,7 0 0</inkml:trace>
  <inkml:trace contextRef="#ctx0" brushRef="#br0" timeOffset="55538">17781 13439 24575,'39'0'0,"-1"0"0,1 0 0,-1 0 0,-5 0 0,-1 0 0,17-1 0,6 0 0,-17 3 0,-24 4 0,2 0 0,-16 3 0,0 0 0,0-6 0,0 0 0</inkml:trace>
  <inkml:trace contextRef="#ctx0" brushRef="#br0" timeOffset="56558">18172 13862 24575,'0'-14'0,"0"3"0,0-23 0,0 21 0,0-13 0,-6 23 0,-9 0 0,3 3 0,-6 0 0,4 28 0,9-16 0,-2 19 0,3 1 0,4-15 0,2 10 0,1-2 0,-2-15 0,15 30 0,-11-27 0,13 14 0,1-1 0,-8-10 0,19 9 0,3-4 0,-12-15 0,23 8 0,-18-14 0,-17 0 0,6 0 0</inkml:trace>
  <inkml:trace contextRef="#ctx0" brushRef="#br0" timeOffset="57845">18362 13907 24575,'0'20'0,"0"-10"0,0 15 0,0-18 0,0 7 0,0-8 0,0 8 0,0-4 0,0 1 0,0-7 0,0-29 0,0 7 0,3-20 0,2 7 0,0 0 0,4 0 0,8-12 0,1 3 0,-6 23 0,10-3 0,0 3 0,-12 13 0,12-7 0,-18 7 0,-2-1 0</inkml:trace>
  <inkml:trace contextRef="#ctx0" brushRef="#br0" timeOffset="64011">16153 14746 24575,'-15'0'0,"-13"29"0,4-9 0,7 11 0,-1 8 0,3-4 0,-2 5 0,8-6 0,-2 6 0,4-10 0,4-11 0,3 22 0,0-33 0,6-5 0,4-9 0,4-10 0,1 7 0,-5 0 0,1 0 0,-7 2 0,1-1 0,-2 2 0,3-3 0,-2 5 0,2-2 0</inkml:trace>
  <inkml:trace contextRef="#ctx0" brushRef="#br0" timeOffset="65498">16175 14726 24575,'40'0'0,"-15"0"0,10 0 0,-1 0 0,-13 0 0,19 3 0,-37 0 0,0 19 0,-3-12 0,0 28 0,0-26 0,0 13 0,-3-16 0,-26 25 0,17-22 0,-23 17 0,0 0 0,19-14 0,-20 13 0,0 0 0,19-10 0,-20 11 0,-2 0 0,13-13 0,-11 9 0,0-3 0,18-16 0,-16 9 0,26-13 0,2-4 0,1 4 0,6-5 0</inkml:trace>
  <inkml:trace contextRef="#ctx0" brushRef="#br0" timeOffset="66169">16619 14890 24575,'0'0'0</inkml:trace>
  <inkml:trace contextRef="#ctx0" brushRef="#br0" timeOffset="66537">16945 14890 24575,'0'0'0</inkml:trace>
  <inkml:trace contextRef="#ctx0" brushRef="#br0" timeOffset="66826">17214 14890 24575,'7'0'0,"-2"0"0</inkml:trace>
  <inkml:trace contextRef="#ctx0" brushRef="#br0" timeOffset="67023">17485 14890 24575,'0'0'0</inkml:trace>
  <inkml:trace contextRef="#ctx0" brushRef="#br0" timeOffset="68788">18072 14347 24575,'-13'29'0,"-1"3"0,-12 9 0,-2 1 0,6-2 0,2-4 0,-7 9 0,1 1 0,7-12 0,2 3 0,0 2 0,-4 7 0,6-11 0,7-12 0,1 8 0,2 1 0,1-10 0,1 23 0,3-32 0,0 11 0,0-16 0,24 3 0,-16-8 0,38 2 0,-32-4 0,31 4 0,-28-4 0,23 2 0,-13-3 0,0 0 0,7-14 0,-21 8 0,3-10 0,-10-1 0,-6 8 0,3-26 0,-3 24 0,-19-22 0,9 25 0,-24-11 0,19 11 0,-15-3 0,17 7 0,-19 1 0,20 3 0,-25 0 0,24 0 0,-23 0 0,26 0 0,-7 3 0,15-2 0,2 1 0</inkml:trace>
  <inkml:trace contextRef="#ctx0" brushRef="#br0" timeOffset="70706">18269 14645 24575,'31'-36'0,"0"0"0,-13 11 0,17-14 0,-3 7 0,-25 28 0,6-1 0,-3 8 0,5 8 0,-9-3 0,2 30 0,-7-23 0,0 13 0,0 1 0,-1-11 0,-2 13 0,-4-6 0,-1-15 0,-4 31 0,4-31 0,33-7 0,1-8 0,-3-5 0,3 1 0,12 6 0,-1 3 0,-10 0 0,3 8 0,-5 2 0,-19-2 0,-1 35 0,-4-32 0,-4 16 0,-4 1 0,-2-12 0,-13 14 0,-3 0 0,4-12 0,-19 7 0,-1-3 0,21-12 0,-8 0 0,2-3 0,18-7 0,-4 0 0,5 0 0,2 0 0,2 0 0</inkml:trace>
  <inkml:trace contextRef="#ctx0" brushRef="#br0" timeOffset="82165">9631 15013 24575,'32'0'0,"-1"0"0,16 0 0,-6-1 0,8 0 0,-2-1 0,-7 2 0,-2 0 0,1-1-293,4-1 0,2-1 0,2 0 293,-1 2 0,5-1 0,-3 1 0,-5 0 0,1-2 0,0 1 0,-7 0 0,5 2 0,3-1 0,-1 0 0,-3 0 0,7 0 0,-2-1 0,0 1 0,2 1 0,1 0 0,5-1 0,-12 0 0,6-2 0,3 1 0,-2-1 0,-2 1 0,-7 0 0,1 1 0,-6 1 0,7-1 0,-3 1 0,8-2 0,4 1 0,3 0 0,0 0 0,-2-1 0,-6 2 0,-6-1 0,5 1 0,-8 0 0,9 0 0,-6-1 0,9 1 0,5-1 0,2 0 0,1-1 0,-3 1 0,-5 0 0,-7-1 0,8 0 0,-9 0 0,11-1 0,-16 1 0,5-1 0,6 0 0,4-1 0,2 0 0,2 0 0,0 0 0,-1-1 0,-3 1 0,-2 0 0,-6 1 0,-5 0 0,13-2 0,-10 1 0,0 0 0,10-1 0,-11 1 0,7-1 0,4 0 0,5 0 0,1-1 0,0 0 0,-1 1 0,-2-1 0,-6 1 0,-6 1 0,-7 0 96,5-1 0,-10 1 1,6 0-97,4-1 0,9 1 0,4-2 0,-1 1 0,-6 1 0,-9 0 0,-5-1 0,0 1 0,6-2 0,11 0 0,2-2 0,-3 1 0,-10 1 0,-7 0 0,-1-1 0,15-3 0,10-2 0,0-1 0,-14 4 0,-1-3 0,-3 4 0,7-2 0,-9 2 0,-6 0 0,5 1 0,10-3 0,2 1 0,-9 0 0,-12 3 0,1-1 0,9-1 0,10-3 0,3-1 0,-3 2 0,-11 1 0,15-3 0,-7 3 0,8-2 0,-11 3 0,-14 3 146,18-1-146,-35 6 0,-9 0 0,-1 0 0</inkml:trace>
  <inkml:trace contextRef="#ctx0" brushRef="#br0" timeOffset="83302">15110 14404 24575,'34'0'0,"-21"0"0,29 0 0,-34 0 0,9 0 0,-11 0 0,14 0 0,-11 3 0,22 10 0,3 4 0,-17-5 0,16 7 0,-4-2 0,-24-11 0,5 3 0,-12 2 0,-1-4 0,-13 12 0,-4 3 0,-1-1 0,1 3 0,-7 10 0,0 0 0,5-6 0,-10 13 0,5-3 0,-4 8 0,8-14 0,12-18 0,-6 14 0,17-31 0</inkml:trace>
  <inkml:trace contextRef="#ctx0" brushRef="#br0" timeOffset="84206">12479 14388 24575,'0'38'0,"0"-1"0,0 1 0,0 6 0,0-9 0,0 11 0,0 5 0,0-3 0,0-11 0,0-9 0,0 0 0,0 9 0,0 9 0,0-2 0,0-9 0,0 2 0,0 7 0,0-5 0,0-23 0,0 12 0,0-25 0</inkml:trace>
  <inkml:trace contextRef="#ctx0" brushRef="#br0" timeOffset="85602">12479 14571 24575,'0'-16'0,"0"-13"0,0 16 0,5-22 0,9 20 0,3-4 0,10 7 0,1 2 0,5 0 0,10 3 0,-1 1 0,-15 3 0,0 13 0,-4 6 0,-19-4 0,5 35 0,-9-31 0,2 33 0,-1-34 0,-9 14 0,-4 0 0,-3-12 0,-22 15 0,-4-1 0,10-14 0,-6 1 0,3-2 0,21-10 0,21 6 0,4-7 0,23 2 0,3 1 0,-11-4 0,13 9 0,11 5 0,-8 0 0,-18-4 0,-1 1 0,9 6 0,6 5 0,0 0 0,-9-3 0,-10-5 0,-3 0 0,19 20 0,-4-5 0,-19-19 0,7 5 0,-17-19 0,0 0 0</inkml:trace>
  <inkml:trace contextRef="#ctx0" brushRef="#br0" timeOffset="86788">13072 14870 24575,'3'0'0,"-5"-3"0,11-11 0,-9 2 0,3-11 0,-3 13 0,-25 1 0,13 7 0,-30 2 0,27 0 0,-6 2 0,-4 15 0,15-8 0,-2 15 0,2 2 0,6-10 0,7 15 0,2 0 0,1-16 0,10 9 0,3-4 0,-8-13 0,15 3 0,0-1 0,-11-9 0,20-2 0,0-2 0,-13-1 0,11-8 0,-4-1 0,-18 7 0,9-10 0</inkml:trace>
  <inkml:trace contextRef="#ctx0" brushRef="#br0" timeOffset="87773">13226 14534 19898,'-6'0'0,"-30"6"2187,11 6-2187,-5 1 0,1 4 794,0 17-794,1-1 411,19 4-411,6-22 1285,3 6-1285,6-15 0,29-3 0,-16-3 0,13 1 0,10 1 0,-7 1 0,-1 1 0,2 2 0,8 2 0,-10-1 0,-13-1 0,3 8 0,-5 2 0,-15-10 0,1 13 0,-5 3 0,-2-13 0,-18 24 0,13-27 0,-12 7 0</inkml:trace>
  <inkml:trace contextRef="#ctx0" brushRef="#br0" timeOffset="88683">13538 14695 24575,'-8'0'0,"1"0"0,-2 0 0,-5 8 0,6-3 0,-4 45 0,9-28 0,3 14 0,0 0 0,0-14 0,11 21 0,-6-34 0,17 10 0,-15-18 0,26 7 0,-22-8 0,39 3 0,-35-9 0,7-13 0,-3-4 0,-10 7 0,4-25 0</inkml:trace>
  <inkml:trace contextRef="#ctx0" brushRef="#br0" timeOffset="89467">13764 14336 24575,'0'33'0,"0"-9"0,0 18 0,0-21 0,0 15 0,0 0 0,0-10 0,4 10 0,1-1 0,0-17 0,9 11 0,3 1 0,-5-11 0,7 4 0,1-1 0,-10-10 0,22 15 0,-19-18 0,23 13 0,-24-17 0,18-17 0,-25 7 0,6-15 0</inkml:trace>
  <inkml:trace contextRef="#ctx0" brushRef="#br0" timeOffset="90385">13462 14560 24575,'36'0'0,"15"0"0,1 0 0,-18 0 0,18 0 0,-2 0 0,-28 0 0,7 0 0,7 0 0,-19 0 0,33 0 0,-32 0 0,28 0 0,-35 0 0,8 0 0</inkml:trace>
  <inkml:trace contextRef="#ctx0" brushRef="#br0" timeOffset="118673">4277 12867 24575,'0'-33'0,"0"-1"0,8-5 0,1-2 0,-4 5 0,1-1 0,4-3 0,6 0 0,5-5 0,4 0 0,-1 2 0,-4 6 0,6-6 0,2-1 0,-8 12 0,4-5 0,2-4 0,2-1 0,-1 1 0,-3 5 0,-3 7 0,7-8 0,-1 3 0,1-5 0,2-4 0,3 3 0,-2 11 0,3 0 0,0 3 0,-4 3 0,-4 4 0,4-1 0,-1 1 0,9-6 0,4-4 0,3 0 0,-1 0 0,-4 2 0,-6 6 0,0-1 0,-4 3 0,5-2 0,-3 3 0,5-3 0,4-2 0,3-2 0,0 1 0,-1 0 0,-3 2 0,-5 2 0,4-2 0,-4 2 0,-1 0 0,5-3-469,-3 1 1,4-2 0,3-2 0,0 0 0,-1 0 0,-3 1 0,-4 3-352,1-1 1,-4 3 0,-1 0 0,3-3 512,-1 0 1,3-4-1,2-1 1,-1 0-1,-3 2 1,-3 2 115,5-4 1,-5 3-1,1 0 191,7-4 0,1-2 0,-3 2 0,-9 6 0,-1 0 0,0 0 0,7-4 0,2-1 0,-4 3 0,-1 0 0,-2 1 0,1 1 0,2-1 0,-6 4 0,6-6 3276,-18 18-2121,8-9 0,-1-1 2121,-7 12-3225,22-15 1,4-2-52,-12 7 0,16-8 0,-2 0 0,-22 13 0,11-9 0,-28 20 0</inkml:trace>
  <inkml:trace contextRef="#ctx0" brushRef="#br0" timeOffset="119980">6590 10212 24575,'40'0'0,"-29"0"0,28 0 0,19 0 0,-9 0 0,2 0 0,-7 0 0,12 0 0,0 0 0,-11 0 0,-17 0 0,-1 0 0,12 0 0,6 0 0,-11 0 0,-17 0 0,20 0 0,-28 0 0,4 2 0,-19 22 0,1-10 0,-7 18 0,-6 11 0,2-4 0,5-15 0,-1 2 0,-5 13 0,-3 10 0,0 1 0,3-10 0,3-9 0,1-1 0,-1 5 0,-1 6 0,0-1 0,3-8 0,-3 3 0,3 5 0,2-7 0,6-27 0,2 7 0</inkml:trace>
  <inkml:trace contextRef="#ctx0" brushRef="#br0" timeOffset="125193">596 14686 24575,'-23'0'0,"-12"0"0,-7 13 0,8-7 0,-7 19 0,29-13 0,-12 32 0,19-22 0,-4 20 0,7-10 0,1-2 0,1 1 0,-2 12 0,1-2 0,1-18 0,-1 17 0,2 1 0,2-18 0,8 10 0,7 9 0,-1-7 0,15 3 0,-10-12 0,3 4 0,-2-6 0,4-1 0,6-4 0,-1-3 0,-10-9 0,19 4 0,1-2 0,-17-9 0,25-3 0,-8-21 0,-26 15 0,14-15 0</inkml:trace>
  <inkml:trace contextRef="#ctx0" brushRef="#br0" timeOffset="126519">653 15010 24575,'14'47'0,"-11"-25"0,13 14 0,2-24 0,-9-7 0,22 14 0,-20-14 0,12 9 0,1-8 0,-6-2 0,33-4 0,-34-4 0,4-18 0,-3-6 0,-14 8 0,-4-19 0,-2 2 0,-3 22 0,-12-10 0,-3 2 0,5 13 0,-20-11 0,-3 1 0,16 12 0,-14-4 0,2 1 0,19 10 0,-10 1 0,6 19 0,15-9 0,-11 14 0,15-20 0,0 1 0</inkml:trace>
  <inkml:trace contextRef="#ctx0" brushRef="#br0" timeOffset="128092">970 14815 24575,'0'21'0,"0"-6"0,5 5 0,0-6 0,3 2 0,18 15 0,3 1 0,-4-9 0,6 4 0,7 6 0,-7-8 0,-7-9 0,10 2 0,-4-3 0,-21-12 0,8-14 0,-14 1 0,-2-20 0,-2-5 0,-2 7 0,-8-14 0,-2 1 0,2 18 0,-7 1 0,2 1 0,11 10 0,-9 0 0,8 3 0,2 4 0,-9-16 0,11 8 0,-18-31 0,23 36 0,5 14 0,5 16 0,10 11 0,1-1 0,-8-14 0,10 5 0,-1-2 0,-11-14 0,17 9 0,-22-14 0,3 0 0,-6-6 0,-3-6 0,-3-1 0,0 0 0,0 4 0</inkml:trace>
  <inkml:trace contextRef="#ctx0" brushRef="#br0" timeOffset="129180">1362 14646 24575,'8'29'0,"1"0"0,1 11 0,12-3 0,-4-13 0,-10-9 0,4 3 0,-10-9 0,-2-8 0,-3-25 0,3 9 0,-8-19 0,-2-2 0,4 10 0,-4-16 0,1-1 0,5 15 0,1-19 0,3 14 0,0 19 0,3-10 0,19 19 0,-12 4 0,14 17 0,0 6 0,-9-3 0,7 10 0,7 7 0,-5-5 0,-1-3 0,6 2 0,8 7 0,-8-9 0,-6-10 0,13 12 0,-4-4 0,-21-20 0,9 8 0</inkml:trace>
  <inkml:trace contextRef="#ctx0" brushRef="#br0" timeOffset="130157">1622 13824 24575,'4'43'0,"1"0"0,1 8 0,4-3 0,1 0 0,-3-20 0,-1-4 0,9 19 0,-3-5 0,-1-1 0,-2-7 0,8 8 0,-1-2 0,-9-17 0,18 17 0,-24-29 0,14 4 0,-12-8 0,15 0 0,-11-6 0,6-19 0,-11 14 0,0-14 0</inkml:trace>
  <inkml:trace contextRef="#ctx0" brushRef="#br0" timeOffset="131023">1586 14223 24575,'9'-13'0,"18"-15"0,4-3 0,-2 2 0,-5 6 0,4-5 0,-7 6 0,-7 2 0,5-3 0,-2 3 0,-9 11 0,28-27 0,-25 26 0,25-21 0,-30 26 0,7-3 0</inkml:trace>
  <inkml:trace contextRef="#ctx0" brushRef="#br0" timeOffset="132229">1915 14213 24575,'18'-3'0,"2"-15"0,-7 8 0,-4-15 0,-4-2 0,-4 14 0,1-16 0,-1 0 0,-1 19 0,-3-14 0,0 22 0,-19 2 0,9 0 0,-10 19 0,17-8 0,4 14 0,1 3 0,1-9 0,0 20 0,3-4 0,-2-5 0,1-4 0,1 0 0,-2 1 0,17 16 0,-11-30 0,31 20 0,-24-28 0,11 2 0,0-1 0,-9-5 0,14 2 0,-26-3 0,-2 0 0</inkml:trace>
  <inkml:trace contextRef="#ctx0" brushRef="#br0" timeOffset="133310">2100 14015 24575,'0'10'0,"0"-1"0,0-1 0,0 2 0,0-1 0,0 0 0,0 13 0,0-9 0,11 29 0,-5-25 0,8 8 0,1-1 0,-6-6 0,17 19 0,-21-26 0,5 0 0,-7-8 0,1-6 0,-2-11 0,-2 2 0,0-25 0,0-4 0,0 14 0,5-10 0,3-10 0,0 12 0,3 13 0,8-16 0,2 5 0,-8 26 0,7-9 0,-18 16 0</inkml:trace>
  <inkml:trace contextRef="#ctx0" brushRef="#br0" timeOffset="134394">2364 14305 24575,'34'-9'0,"1"1"0,1-1 0,-1 2 0,-2 1 0,-5-1 0,-4 7 0,8-6 0,-19-1 0,9 3 0,-13-7 0,3 9 0,-6-4 0,-1 6 0</inkml:trace>
  <inkml:trace contextRef="#ctx0" brushRef="#br0" timeOffset="135514">2450 14170 24575,'35'0'0,"-3"-3"0,-5 1 0,1 0 0,23-3 0,-22 2 0,10 3 0,-27 0 0,2 5 0,-11-1 0,-3 2 0,0-3 0</inkml:trace>
  <inkml:trace contextRef="#ctx0" brushRef="#br0" timeOffset="136561">2690 13867 24575,'0'6'0,"0"28"0,0 8 0,-4 2 0,0 3 0,-4 7 0,-5-10 0,-3 2 0,1-5 0,2-10 0,-1-1 0,-3 15 0,-1 6 0,5-8 0,4 2 0,2-18 0,-1-1 0,0 15 0,-1-12 0,-1-1 0,-3 1 0,2 5 0,1-3 0,5-16 0,-3 14 0,8-16 0,0-8 0,0 6 0</inkml:trace>
  <inkml:trace contextRef="#ctx0" brushRef="#br0" timeOffset="138126">3014 13349 24575,'0'17'0,"-1"17"0,-2 3 0,-5-4 0,3 1 0,-1 7 0,-1-8 0,-6 1 0,5-2 0,1 6 0,1-7 0,1-6 0,1 14 0,2-4 0,2-25 0,0 26 0,3-24 0,11 33 0,-8-27 0,18 24 0,-19-30 0,9 4 0,5 0 0,-7-7 0,27 16 0,-25-20 0,23 0 0,-30-9 0,12-42 0,-19 31 0,2-20 0,-1 2 0,-1 21 0,-8-19 0,-8 25 0,2 0 0,-26 3 0,29 0 0,-16 6 0,1 2 0,14 0 0,-33 17 0,36-13 0,-8 5 0,14-12 0</inkml:trace>
  <inkml:trace contextRef="#ctx0" brushRef="#br0" timeOffset="139768">3090 13554 24575,'0'-48'0,"0"13"0,0 21 0,3 10 0,0 2 0,13 9 0,-7-2 0,12 25 0,-16-17 0,2 12 0,-1 1 0,-5-11 0,10 32 0,-10-34 0,13 23 0,-13-24 0,10 7 0,-8-16 0,6 2 0,-3-4 0,8 1 0,-7-2 0,24-22 0,-17 10 0,11-11 0,0-1 0,-11 13 0,28-12 0,-32 23 0,9 20 0,-15-10 0,4 39 0,-4-31 0,2 10 0,0-1 0,-2-10 0,-2 14 0,-2 1 0,-3-11 0,-3 29 0,-1-42 0,4 2 0,0-10 0</inkml:trace>
  <inkml:trace contextRef="#ctx0" brushRef="#br0" timeOffset="141233">4619 11739 24575,'0'-17'0,"0"9"0,20-35 0,-13 30 0,22-24 0,-19 29 0,8-6 0,-8 7 0,6-4 0,-8 4 0,3 0 0,-8 5 0,0 2 0</inkml:trace>
  <inkml:trace contextRef="#ctx0" brushRef="#br0" timeOffset="142272">4379 11636 24575,'2'-3'0,"-1"3"0,11-6 0,-8 3 0,10-6 0,-10 3 0,15-11 0,-11 11 0,3-10 0,-6 14 0,-1-6 0,1-1 0,-1 7 0,-2-5 0,-2 10 0</inkml:trace>
  <inkml:trace contextRef="#ctx0" brushRef="#br0" timeOffset="144088">5062 10776 24575,'0'48'0,"0"1"0,-1-1 0,-1-3 0,-2-17 0,0-2 0,-1 12 0,1-10 0,1-2 0,3-12 0,0 23 0,0-22 0,0 16 0,0 0 0,0-11 0,2 18 0,-1 1 0,0-13 0,8 13 0,1 0 0,-2-12 0,15 18 0,4-1 0,-10-15 0,9 5 0,0-5 0,-13-22 0,16-10 0,1-6 0,-15-5 0,20-21 0,-3-3 0,-19 10 0,2-19 0,-3 1 0,-9 24 0,-3-15 0,0 0 0,0 17 0,-2-7 0,-2 1 0,0 16 0,-15-12 0,7 21 0,-28-1 0,22 2 0,-10 6 0,0 2 0,10-2 0,-15 12 0,15-4 0,10-3 0,-10 10 0,-1 2 0,7-7 0,-10 10 0,1-2 0,12-14 0,-11 18 0,17-24 0,0 4 0</inkml:trace>
  <inkml:trace contextRef="#ctx0" brushRef="#br0" timeOffset="146061">5379 10912 24575,'0'-23'0,"3"0"0,0 3 0,13-12 0,3 0 0,-3 8 0,10-14 0,8-11 0,-6 10 0,-3 9 0,4-11 0,2 7 0,-7 29 0,-14 7 0,12 15 0,-19-4 0,2 29 0,-4-24 0,2 10 0,-1-5 0,-1-11 0,-3 27 0,-2 4 0,-2-12 0,-2 2 0,-2 5 0,1-8 0,2-9 0,6 13 0,20-31 0,6-3 0,18 3 0,-28 0 0,30 22 0,-36-14 0,6 15 0,0 1 0,-6-14 0,0 12 0,-2-1 0,-3-14 0,1 9 0,-4-6 0,1-8 0,-7 31 0,1-25 0,-12 22 0,-3 2 0,6-16 0,-12 15 0,1-1 0,14-20 0,-12 10 0,18-20 0,2-3 0</inkml:trace>
  <inkml:trace contextRef="#ctx0" brushRef="#br0" timeOffset="-190813.73">19466 13644 24575,'50'0'0,"1"0"0,-1 0 0,1 0 0,-1 0 0,1 0 0,0 0 0,-1 0 0,-3 0 0,-3 0 0,-2 0 0,0 0 0,0 0 0,2 0 0,8 0 0,4 0 0,0 0 0,-2 0 0,-6 0 0,-9 0 0,1 0 0,-3 0 0,2 0 0,8 0 0,2 0 0,-4 0 0,-10 0 0,14 0 0,5 0 0,-8 0 0,-30 0 0,-8 0 0</inkml:trace>
  <inkml:trace contextRef="#ctx0" brushRef="#br0" timeOffset="-189803.73">20308 13333 24575,'-3'20'0,"-12"8"0,-8 9 0,4-5 0,-2 8 0,3-8 0,-8 12 0,-2 3 0,2-4 0,6-9 0,7-10 0,2-2 0,-13 22 0,-3 7 0,7-13 0,12-22 0,0 12 0,8-23 0,0 2 0</inkml:trace>
  <inkml:trace contextRef="#ctx0" brushRef="#br0" timeOffset="-187011.73">20880 13578 24575,'0'2'0,"14"5"0,7 9 0,11 3 0,-4 1 0,-2 1 0,-1-2 0,2 5 0,-3 0 0,-15-15 0,13 10 0,-21-21 0,1-2 0,-19-19 0,8 11 0,-10-15 0,13 19 0,-3-3 0,3 8 0,-5 8 0,3-1 0,-12 11 0,-4 3 0,-2 5 0,1 1 0,-7 6 0,-2 2 0,7-5 0,7-5 0,0 0 0,-13 15 0,-4 6 0,9-10 0,15-15 0,-5 17 0,15-31 0,3 1 0</inkml:trace>
  <inkml:trace contextRef="#ctx0" brushRef="#br0" timeOffset="-186075.73">20432 12619 8191,'-23'21'0,"0"1"0,0 0 0,0 1 1638,-2 3 0,2 4-1043,3 4 1,0 6 0,5-6-596,2 12 939,4-6 0,-1 8 1,4-11-940,6-14 859,-1 7 1,2-4-860,9-15 3276,-6 1-1638,38 10 0,8-1-1406,-14-6-232,2-4 0,14 0 0,0-1 0,-11-4 0,10-10 0,-6-7 0,7-6 0,-13 0 0,-14-7 0,-5-14 0,-5 2 0,-12 23 0,-3-16 0</inkml:trace>
  <inkml:trace contextRef="#ctx0" brushRef="#br0" timeOffset="-185134.73">20709 13134 24575,'0'33'0,"0"-7"0,0-6 0,0-9 0,0 10 0,0-12 0,8 5 0,11-7 0,4 2 0,8-24 0,-15 5 0,-8-21 0,-4-5 0,-2 9 0,-1-20 0,-2 0 0,1 24 0,-6-4 0,-3 4 0,-1 19 0,-38-1 0,35 7 0,-21 2 0,33 29 0,-1-17 0,2 16 0,0-26 0</inkml:trace>
  <inkml:trace contextRef="#ctx0" brushRef="#br0" timeOffset="-184628.73">20733 13155 24575,'0'0'0</inkml:trace>
  <inkml:trace contextRef="#ctx0" brushRef="#br0" timeOffset="-182617.73">20955 12995 24575,'0'9'0,"14"23"0,-8-14 0,17 23 0,-10-22 0,-1-3 0,5 3 0,-13-11 0,12 14 0,-14-11 0,12 20 0,-10-19 0,4 10 0,-2-18 0,0 1 0,0-8 0,-3-3 0,3-22 0,-6 7 0,2-8 0,-1 0 0,-1 2 0,2-15 0,-1 0 0,0 14 0,1-1 0,-1 1 0,-1 4 0,0 8 0,0-5 0,0 4 0,3 12 0,4 31 0,1 12 0,2-13 0,1 24 0,1-1 0,-4-32 0,20 21 0,-18-25 0,15 5 0,-19-15 0,3 1 0,-3-2 0,-1 1 0,-1-2 0,-2 0 0</inkml:trace>
  <inkml:trace contextRef="#ctx0" brushRef="#br0" timeOffset="-181923.73">21279 13145 24575,'0'-23'0,"0"-3"0,0 21 0,0-3 0</inkml:trace>
  <inkml:trace contextRef="#ctx0" brushRef="#br0" timeOffset="-180011.73">21344 12849 24575,'6'28'0,"0"0"0,3 4 0,1 1 0,1-2 0,0-8 0,-2-1 0,-7-11 0,-2-5 0,0-1 0,3 1 0,-2-17 0,1-31 0,-2 7 0,0 9 0,0 0 0,0-18 0,3 24 0,8-23 0,-3 35 0,24-11 0,-22 14 0,25 0 0,-27 8 0,9 17 0,0 4 0,-7-6 0,7 19 0,-2 0 0,-9-18 0,9 20 0,-4 1 0,-2-23 0,5 25 0,-8-37 0,10 15 0,-11-17 0,8 10 0</inkml:trace>
  <inkml:trace contextRef="#ctx0" brushRef="#br0" timeOffset="-178453.73">21897 12066 24575,'0'24'0,"-1"5"0,2 1 0,2-4 0,-2 3 0,1-2 0,5-5 0,-4-1 0,2 4 0,-1 1 0,-2 2 0,5 17 0,1 1 0,-6-17 0,8 18 0,1-2 0,-9-27 0,15 30 0,-13-40 0,4 3 0,6-9 0,-6-2 0,6 0 0,3 0 0,-5 0 0,11-5 0,4-4 0,7-6 0,-10 5 0,-1-2 0,1-3 0,-13 6 0,0-2 0,-4 4 0,2-4 0,-7 7 0,-2 2 0</inkml:trace>
  <inkml:trace contextRef="#ctx0" brushRef="#br0" timeOffset="-177124.73">21725 12458 24575,'6'-10'0,"29"-19"0,8-3 0,-8 5 0,2 0 0,7-5 0,-9 6 0,-5 5 0,-5 2 0,-3 3 0,-12 12 0,-1-4 0,-7 8 0,-2-3 0</inkml:trace>
  <inkml:trace contextRef="#ctx0" brushRef="#br0" timeOffset="-175310.73">22442 12412 24575,'-34'-11'0,"16"5"0,-15-9 0,9 8 0,12 4 0,-10 0 0,15 3 0,-1 0 0,-7 16 0,10-9 0,-8 34 0,12-27 0,-2 31 0,6-32 0,-2 10 0,17-2 0,-6-6 0,16 13 0,-15-18 0,20 9 0,-23-14 0,18 3 0,0-1 0,-11-4 0,12-8 0,-1-4 0,-17 3 0,10-17 0,-21 19 0,0-2 0</inkml:trace>
  <inkml:trace contextRef="#ctx0" brushRef="#br0" timeOffset="-173859.73">22463 12460 24575,'-15'5'0,"-5"-1"0,3 5 0,-20 0 0,22-5 0,-21 4 0,28-7 0,-9 4 0,11-5 0,0 3 0,3-3 0</inkml:trace>
  <inkml:trace contextRef="#ctx0" brushRef="#br0" timeOffset="-171814.73">22540 12364 24575,'9'17'0,"-5"-5"0,8 6 0,8 16 0,-11-22 0,6 13 0,-1-2 0,-6-13 0,6 13 0,-3-1 0,-4-12 0,1 12 0,0-6 0,-6-8 0,5 11 0,-3-12 0,-1-7 0,0-23 0,-3-10 0,0 3 0,0-18 0,0 1 0,0 23 0,2-12 0,2 0 0,0 12 0,7-15 0,3 1 0,-1 13 0,5-6 0,2 3 0,-7 17 0,8-10 0,-17 20 0,-2-2 0</inkml:trace>
  <inkml:trace contextRef="#ctx0" brushRef="#br0" timeOffset="-142536.73">1844 10292 24575,'0'6'0,"-4"25"0,-1 6 0,0-9 0,-5 21 0,-3 1 0,-6-5 0,9-21 0,-2 0 0,-3 8 0,0-3 0,1-10 0,-6 21 0,20-38 0,15-7 0,14-20 0,-3-1 0,-8 0 0,-4 0 0,-9 4 0,-7-15 0,-4 1 0,-4 20 0,-16-7 0,-4 5 0,5 18 0,-12 9 0,-2 3 0,8 0 0,-4 7 0,-8 6 0,8-4 0,-2-2 0,-11 11 0,10-12 0,35-25 0,17-16 0,8-4 0,9-11 0,-4-2 0,6-8 0,-6 10 0,-1 3 0,-15 2 0,-9 10 0,-21 40 0,-17 11 0,7 4 0,3 1 0,4-7 0,-6-5 0,-8 2 0,6-6 0,2-6 0,-17-4 0,4-1 0,31-3 0,-12-3 0,29 0 0,-1 0 0</inkml:trace>
  <inkml:trace contextRef="#ctx0" brushRef="#br0" timeOffset="-139992.73">2157 9071 24575,'-4'2'0,"2"15"0,2-8 0,0 21 0,0-21 0,0 19 0,0-16 0,-3 13 0,0 1 0,-1-5 0,-3 5 0,-1-1 0,3-14 0,-3 6 0,8 4 0,0-11 0,0 36 0,0-30 0,0 18 0,0 14 0,0-26 0,0 16 0,0 0 0,0-22 0,-12 21 0,-4 0 0,6-22 0,-15 17 0,2-3 0,18-23 0,6 14 0,9-22 0,29 29 0,-28-7 0,13 20 0,-16-1 0,-2 0 0,-1-5 0,2 11 0,-1-2 0,-5-19 0,2 27 0,-3-30 0,0 10 0,0-2 0,0-1 0,0-4 0,-4 20 0,-1 1 0,0-19 0,-7 23 0,8-34 0,-1 22 0,1-22 0,1 29 0,0-31 0,3 8 0,0-12 0,0 1 0,0 6 0,0-8 0,0 8 0,0-9 0,0 1 0,0-5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ea typeface="ＭＳ Ｐゴシック" pitchFamily="-64" charset="-128"/>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ea typeface="ＭＳ Ｐゴシック" pitchFamily="-64" charset="-128"/>
              </a:defRPr>
            </a:lvl1pPr>
          </a:lstStyle>
          <a:p>
            <a:pPr>
              <a:defRPr/>
            </a:pPr>
            <a:endParaRPr lang="en-US"/>
          </a:p>
        </p:txBody>
      </p:sp>
      <p:sp>
        <p:nvSpPr>
          <p:cNvPr id="399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ea typeface="ＭＳ Ｐゴシック" pitchFamily="-64" charset="-128"/>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ea typeface="ＭＳ Ｐゴシック" pitchFamily="-64" charset="-128"/>
              </a:defRPr>
            </a:lvl1pPr>
          </a:lstStyle>
          <a:p>
            <a:pPr>
              <a:defRPr/>
            </a:pPr>
            <a:fld id="{00AFF51F-A535-4BB3-9A7D-F6E9C3D0AB74}" type="slidenum">
              <a:rPr lang="en-US"/>
              <a:pPr>
                <a:defRPr/>
              </a:pPr>
              <a:t>‹#›</a:t>
            </a:fld>
            <a:endParaRPr lang="en-US"/>
          </a:p>
        </p:txBody>
      </p:sp>
    </p:spTree>
    <p:extLst>
      <p:ext uri="{BB962C8B-B14F-4D97-AF65-F5344CB8AC3E}">
        <p14:creationId xmlns:p14="http://schemas.microsoft.com/office/powerpoint/2010/main" val="31796667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6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6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6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6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6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93363DD2-35CD-4EE1-8D23-F5E51EE2026C}" type="slidenum">
              <a:rPr lang="en-US" smtClean="0">
                <a:ea typeface="ＭＳ Ｐゴシック" pitchFamily="34" charset="-128"/>
              </a:rPr>
              <a:pPr/>
              <a:t>1</a:t>
            </a:fld>
            <a:endParaRPr lang="en-US">
              <a:ea typeface="ＭＳ Ｐゴシック" pitchFamily="34" charset="-128"/>
            </a:endParaRPr>
          </a:p>
        </p:txBody>
      </p:sp>
      <p:sp>
        <p:nvSpPr>
          <p:cNvPr id="40963" name="Rectangle 2"/>
          <p:cNvSpPr>
            <a:spLocks noGrp="1" noRot="1" noChangeAspect="1" noChangeArrowheads="1" noTextEdit="1"/>
          </p:cNvSpPr>
          <p:nvPr>
            <p:ph type="sldImg"/>
          </p:nvPr>
        </p:nvSpPr>
        <p:spPr>
          <a:xfrm>
            <a:off x="1144588" y="684213"/>
            <a:ext cx="4572000" cy="3429000"/>
          </a:xfrm>
          <a:solidFill>
            <a:srgbClr val="FFFFFF"/>
          </a:solidFill>
          <a:ln/>
        </p:spPr>
      </p:sp>
      <p:sp>
        <p:nvSpPr>
          <p:cNvPr id="40964" name="Rectangle 3"/>
          <p:cNvSpPr>
            <a:spLocks noGrp="1" noChangeArrowheads="1"/>
          </p:cNvSpPr>
          <p:nvPr>
            <p:ph type="body" idx="1"/>
          </p:nvPr>
        </p:nvSpPr>
        <p:spPr>
          <a:xfrm>
            <a:off x="685800" y="4341813"/>
            <a:ext cx="5486400" cy="4117975"/>
          </a:xfrm>
          <a:solidFill>
            <a:srgbClr val="FFFFFF"/>
          </a:solidFill>
          <a:ln>
            <a:solidFill>
              <a:srgbClr val="000000"/>
            </a:solidFill>
          </a:ln>
        </p:spPr>
        <p:txBody>
          <a:bodyPr lIns="86488" tIns="43245" rIns="86488" bIns="43245"/>
          <a:lstStyle/>
          <a:p>
            <a:pPr eaLnBrk="1" hangingPunct="1"/>
            <a:endParaRPr lang="en-US">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90F4C801-CAE9-4064-92C7-1D220957A432}" type="slidenum">
              <a:rPr lang="en-US" smtClean="0">
                <a:ea typeface="ＭＳ Ｐゴシック" pitchFamily="34" charset="-128"/>
              </a:rPr>
              <a:pPr/>
              <a:t>4</a:t>
            </a:fld>
            <a:endParaRPr lang="en-US">
              <a:ea typeface="ＭＳ Ｐゴシック" pitchFamily="34" charset="-128"/>
            </a:endParaRPr>
          </a:p>
        </p:txBody>
      </p:sp>
      <p:sp>
        <p:nvSpPr>
          <p:cNvPr id="41987" name="Rectangle 2"/>
          <p:cNvSpPr>
            <a:spLocks noGrp="1" noRot="1" noChangeAspect="1" noChangeArrowheads="1" noTextEdit="1"/>
          </p:cNvSpPr>
          <p:nvPr>
            <p:ph type="sldImg"/>
          </p:nvPr>
        </p:nvSpPr>
        <p:spPr>
          <a:xfrm>
            <a:off x="1144588" y="684213"/>
            <a:ext cx="4572000" cy="3429000"/>
          </a:xfrm>
          <a:solidFill>
            <a:srgbClr val="FFFFFF"/>
          </a:solidFill>
          <a:ln/>
        </p:spPr>
      </p:sp>
      <p:sp>
        <p:nvSpPr>
          <p:cNvPr id="41988" name="Rectangle 3"/>
          <p:cNvSpPr>
            <a:spLocks noGrp="1" noChangeArrowheads="1"/>
          </p:cNvSpPr>
          <p:nvPr>
            <p:ph type="body" idx="1"/>
          </p:nvPr>
        </p:nvSpPr>
        <p:spPr>
          <a:xfrm>
            <a:off x="685800" y="4341813"/>
            <a:ext cx="5486400" cy="4117975"/>
          </a:xfrm>
          <a:solidFill>
            <a:srgbClr val="FFFFFF"/>
          </a:solidFill>
          <a:ln>
            <a:solidFill>
              <a:srgbClr val="000000"/>
            </a:solidFill>
          </a:ln>
        </p:spPr>
        <p:txBody>
          <a:bodyPr lIns="86493" tIns="43247" rIns="86493" bIns="43247"/>
          <a:lstStyle/>
          <a:p>
            <a:pPr eaLnBrk="1" hangingPunct="1"/>
            <a:endParaRPr lang="en-US">
              <a:ea typeface="ＭＳ Ｐゴシック" pitchFamily="34" charset="-128"/>
            </a:endParaRPr>
          </a:p>
        </p:txBody>
      </p:sp>
    </p:spTree>
    <p:extLst>
      <p:ext uri="{BB962C8B-B14F-4D97-AF65-F5344CB8AC3E}">
        <p14:creationId xmlns:p14="http://schemas.microsoft.com/office/powerpoint/2010/main" val="457901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6" name="Rectangle 6"/>
          <p:cNvSpPr>
            <a:spLocks noGrp="1" noChangeArrowheads="1"/>
          </p:cNvSpPr>
          <p:nvPr>
            <p:ph type="sldNum" sz="quarter" idx="12"/>
          </p:nvPr>
        </p:nvSpPr>
        <p:spPr>
          <a:ln/>
        </p:spPr>
        <p:txBody>
          <a:bodyPr/>
          <a:lstStyle>
            <a:lvl1pPr>
              <a:defRPr/>
            </a:lvl1pPr>
          </a:lstStyle>
          <a:p>
            <a:pPr>
              <a:defRPr/>
            </a:pPr>
            <a:fld id="{97A035BB-E83D-4AE3-B588-6367177E4C62}"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85800" y="1447800"/>
            <a:ext cx="77724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xfrm>
            <a:off x="3124200" y="6400800"/>
            <a:ext cx="2895600" cy="457200"/>
          </a:xfrm>
          <a:ln/>
        </p:spPr>
        <p:txBody>
          <a:bodyPr anchor="ctr"/>
          <a:lstStyle>
            <a:lvl1pPr>
              <a:defRPr/>
            </a:lvl1pPr>
          </a:lstStyle>
          <a:p>
            <a:pPr>
              <a:defRPr/>
            </a:pPr>
            <a:r>
              <a:rPr lang="en-US" dirty="0"/>
              <a:t>Mahdi Aminian</a:t>
            </a:r>
          </a:p>
        </p:txBody>
      </p:sp>
      <p:sp>
        <p:nvSpPr>
          <p:cNvPr id="8" name="Line 7"/>
          <p:cNvSpPr>
            <a:spLocks noChangeShapeType="1"/>
          </p:cNvSpPr>
          <p:nvPr userDrawn="1"/>
        </p:nvSpPr>
        <p:spPr bwMode="auto">
          <a:xfrm>
            <a:off x="457200" y="1143000"/>
            <a:ext cx="8229600" cy="0"/>
          </a:xfrm>
          <a:prstGeom prst="line">
            <a:avLst/>
          </a:prstGeom>
          <a:noFill/>
          <a:ln w="76200">
            <a:solidFill>
              <a:schemeClr val="tx1"/>
            </a:solidFill>
            <a:round/>
            <a:headEnd/>
            <a:tailEnd/>
          </a:ln>
          <a:effectLst/>
        </p:spPr>
        <p:txBody>
          <a:bodyPr wrap="none" anchor="ctr"/>
          <a:lstStyle/>
          <a:p>
            <a:pPr>
              <a:defRPr/>
            </a:pPr>
            <a:endParaRPr lang="en-US">
              <a:ea typeface="ＭＳ Ｐゴシック" pitchFamily="-64" charset="-128"/>
            </a:endParaRPr>
          </a:p>
        </p:txBody>
      </p:sp>
      <p:sp>
        <p:nvSpPr>
          <p:cNvPr id="9" name="Rectangle 6"/>
          <p:cNvSpPr>
            <a:spLocks noGrp="1" noChangeArrowheads="1"/>
          </p:cNvSpPr>
          <p:nvPr>
            <p:ph type="sldNum" sz="quarter" idx="12"/>
          </p:nvPr>
        </p:nvSpPr>
        <p:spPr>
          <a:xfrm>
            <a:off x="7848600" y="6248400"/>
            <a:ext cx="609600" cy="457200"/>
          </a:xfrm>
          <a:ln/>
        </p:spPr>
        <p:txBody>
          <a:bodyPr/>
          <a:lstStyle>
            <a:lvl1pPr>
              <a:defRPr/>
            </a:lvl1pPr>
          </a:lstStyle>
          <a:p>
            <a:pPr>
              <a:defRPr/>
            </a:pPr>
            <a:fld id="{97A035BB-E83D-4AE3-B588-6367177E4C62}" type="slidenum">
              <a:rPr lang="en-US"/>
              <a:pPr>
                <a:defRPr/>
              </a:pPr>
              <a:t>‹#›</a:t>
            </a:fld>
            <a:endParaRPr lang="en-US" dirty="0"/>
          </a:p>
        </p:txBody>
      </p:sp>
      <p:sp>
        <p:nvSpPr>
          <p:cNvPr id="11" name="Rectangle 5"/>
          <p:cNvSpPr txBox="1">
            <a:spLocks noChangeArrowheads="1"/>
          </p:cNvSpPr>
          <p:nvPr userDrawn="1"/>
        </p:nvSpPr>
        <p:spPr bwMode="auto">
          <a:xfrm>
            <a:off x="76200" y="6400800"/>
            <a:ext cx="2895600" cy="457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defPPr>
              <a:defRPr lang="en-US"/>
            </a:defPPr>
            <a:lvl1pPr algn="ctr" rtl="0" eaLnBrk="0" fontAlgn="base" hangingPunct="0">
              <a:spcBef>
                <a:spcPct val="0"/>
              </a:spcBef>
              <a:spcAft>
                <a:spcPct val="0"/>
              </a:spcAft>
              <a:defRPr sz="1400" kern="1200">
                <a:solidFill>
                  <a:schemeClr val="tx1"/>
                </a:solidFill>
                <a:latin typeface="Arial" charset="0"/>
                <a:ea typeface="ＭＳ Ｐゴシック" pitchFamily="-64"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34" charset="-128"/>
                <a:cs typeface="+mn-cs"/>
              </a:defRPr>
            </a:lvl5pPr>
            <a:lvl6pPr marL="2286000" algn="l" defTabSz="914400" rtl="0" eaLnBrk="1" latinLnBrk="0" hangingPunct="1">
              <a:defRPr sz="2400" kern="1200">
                <a:solidFill>
                  <a:schemeClr val="tx1"/>
                </a:solidFill>
                <a:latin typeface="Arial" charset="0"/>
                <a:ea typeface="ＭＳ Ｐゴシック" pitchFamily="34" charset="-128"/>
                <a:cs typeface="+mn-cs"/>
              </a:defRPr>
            </a:lvl6pPr>
            <a:lvl7pPr marL="2743200" algn="l" defTabSz="914400" rtl="0" eaLnBrk="1" latinLnBrk="0" hangingPunct="1">
              <a:defRPr sz="2400" kern="1200">
                <a:solidFill>
                  <a:schemeClr val="tx1"/>
                </a:solidFill>
                <a:latin typeface="Arial" charset="0"/>
                <a:ea typeface="ＭＳ Ｐゴシック" pitchFamily="34" charset="-128"/>
                <a:cs typeface="+mn-cs"/>
              </a:defRPr>
            </a:lvl7pPr>
            <a:lvl8pPr marL="3200400" algn="l" defTabSz="914400" rtl="0" eaLnBrk="1" latinLnBrk="0" hangingPunct="1">
              <a:defRPr sz="2400" kern="1200">
                <a:solidFill>
                  <a:schemeClr val="tx1"/>
                </a:solidFill>
                <a:latin typeface="Arial" charset="0"/>
                <a:ea typeface="ＭＳ Ｐゴシック" pitchFamily="34" charset="-128"/>
                <a:cs typeface="+mn-cs"/>
              </a:defRPr>
            </a:lvl8pPr>
            <a:lvl9pPr marL="3657600" algn="l" defTabSz="914400" rtl="0" eaLnBrk="1" latinLnBrk="0" hangingPunct="1">
              <a:defRPr sz="2400" kern="1200">
                <a:solidFill>
                  <a:schemeClr val="tx1"/>
                </a:solidFill>
                <a:latin typeface="Arial" charset="0"/>
                <a:ea typeface="ＭＳ Ｐゴシック" pitchFamily="34" charset="-128"/>
                <a:cs typeface="+mn-cs"/>
              </a:defRPr>
            </a:lvl9pPr>
          </a:lstStyle>
          <a:p>
            <a:pPr>
              <a:defRPr/>
            </a:pPr>
            <a:r>
              <a:rPr lang="en-US" dirty="0"/>
              <a:t>CAD</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6" name="Rectangle 6"/>
          <p:cNvSpPr>
            <a:spLocks noGrp="1" noChangeArrowheads="1"/>
          </p:cNvSpPr>
          <p:nvPr>
            <p:ph type="sldNum" sz="quarter" idx="12"/>
          </p:nvPr>
        </p:nvSpPr>
        <p:spPr>
          <a:ln/>
        </p:spPr>
        <p:txBody>
          <a:bodyPr/>
          <a:lstStyle>
            <a:lvl1pPr>
              <a:defRPr/>
            </a:lvl1pPr>
          </a:lstStyle>
          <a:p>
            <a:pPr>
              <a:defRPr/>
            </a:pPr>
            <a:fld id="{F6C6B078-E125-4DAE-82C9-FB5092426F69}"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7" name="Rectangle 6"/>
          <p:cNvSpPr>
            <a:spLocks noGrp="1" noChangeArrowheads="1"/>
          </p:cNvSpPr>
          <p:nvPr>
            <p:ph type="sldNum" sz="quarter" idx="12"/>
          </p:nvPr>
        </p:nvSpPr>
        <p:spPr>
          <a:ln/>
        </p:spPr>
        <p:txBody>
          <a:bodyPr/>
          <a:lstStyle>
            <a:lvl1pPr>
              <a:defRPr/>
            </a:lvl1pPr>
          </a:lstStyle>
          <a:p>
            <a:pPr>
              <a:defRPr/>
            </a:pPr>
            <a:fld id="{FC1AE13A-4373-4A10-BF50-1216A6DA4BC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9" name="Rectangle 6"/>
          <p:cNvSpPr>
            <a:spLocks noGrp="1" noChangeArrowheads="1"/>
          </p:cNvSpPr>
          <p:nvPr>
            <p:ph type="sldNum" sz="quarter" idx="12"/>
          </p:nvPr>
        </p:nvSpPr>
        <p:spPr>
          <a:ln/>
        </p:spPr>
        <p:txBody>
          <a:bodyPr/>
          <a:lstStyle>
            <a:lvl1pPr>
              <a:defRPr/>
            </a:lvl1pPr>
          </a:lstStyle>
          <a:p>
            <a:pPr>
              <a:defRPr/>
            </a:pPr>
            <a:fld id="{B2773B77-06D6-496A-AF15-B301F6359E9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5" name="Rectangle 6"/>
          <p:cNvSpPr>
            <a:spLocks noGrp="1" noChangeArrowheads="1"/>
          </p:cNvSpPr>
          <p:nvPr>
            <p:ph type="sldNum" sz="quarter" idx="12"/>
          </p:nvPr>
        </p:nvSpPr>
        <p:spPr>
          <a:ln/>
        </p:spPr>
        <p:txBody>
          <a:bodyPr/>
          <a:lstStyle>
            <a:lvl1pPr>
              <a:defRPr/>
            </a:lvl1pPr>
          </a:lstStyle>
          <a:p>
            <a:pPr>
              <a:defRPr/>
            </a:pPr>
            <a:fld id="{1AB7CDAC-F5ED-4CF5-A040-46BD3FD9F26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4" name="Rectangle 6"/>
          <p:cNvSpPr>
            <a:spLocks noGrp="1" noChangeArrowheads="1"/>
          </p:cNvSpPr>
          <p:nvPr>
            <p:ph type="sldNum" sz="quarter" idx="12"/>
          </p:nvPr>
        </p:nvSpPr>
        <p:spPr>
          <a:ln/>
        </p:spPr>
        <p:txBody>
          <a:bodyPr/>
          <a:lstStyle>
            <a:lvl1pPr>
              <a:defRPr/>
            </a:lvl1pPr>
          </a:lstStyle>
          <a:p>
            <a:pPr>
              <a:defRPr/>
            </a:pPr>
            <a:fld id="{09971EB1-DEE5-4D2D-8A66-35542A031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7" name="Rectangle 6"/>
          <p:cNvSpPr>
            <a:spLocks noGrp="1" noChangeArrowheads="1"/>
          </p:cNvSpPr>
          <p:nvPr>
            <p:ph type="sldNum" sz="quarter" idx="12"/>
          </p:nvPr>
        </p:nvSpPr>
        <p:spPr>
          <a:ln/>
        </p:spPr>
        <p:txBody>
          <a:bodyPr/>
          <a:lstStyle>
            <a:lvl1pPr>
              <a:defRPr/>
            </a:lvl1pPr>
          </a:lstStyle>
          <a:p>
            <a:pPr>
              <a:defRPr/>
            </a:pPr>
            <a:fld id="{B86BF3FD-ABE3-474C-887C-A20A0AC8801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7" name="Rectangle 6"/>
          <p:cNvSpPr>
            <a:spLocks noGrp="1" noChangeArrowheads="1"/>
          </p:cNvSpPr>
          <p:nvPr>
            <p:ph type="sldNum" sz="quarter" idx="12"/>
          </p:nvPr>
        </p:nvSpPr>
        <p:spPr>
          <a:ln/>
        </p:spPr>
        <p:txBody>
          <a:bodyPr/>
          <a:lstStyle>
            <a:lvl1pPr>
              <a:defRPr/>
            </a:lvl1pPr>
          </a:lstStyle>
          <a:p>
            <a:pPr>
              <a:defRPr/>
            </a:pPr>
            <a:fld id="{43D3FA32-19A7-4689-86E1-488491BC67C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6" name="Rectangle 6"/>
          <p:cNvSpPr>
            <a:spLocks noGrp="1" noChangeArrowheads="1"/>
          </p:cNvSpPr>
          <p:nvPr>
            <p:ph type="sldNum" sz="quarter" idx="12"/>
          </p:nvPr>
        </p:nvSpPr>
        <p:spPr>
          <a:ln/>
        </p:spPr>
        <p:txBody>
          <a:bodyPr/>
          <a:lstStyle>
            <a:lvl1pPr>
              <a:defRPr/>
            </a:lvl1pPr>
          </a:lstStyle>
          <a:p>
            <a:pPr>
              <a:defRPr/>
            </a:pPr>
            <a:fld id="{61B5F6F7-0353-42FD-B0B9-3AA415C0A84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0"/>
            <a:ext cx="19431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0"/>
            <a:ext cx="56769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dirty="0"/>
              <a:t>October 31, 2014</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Mahdi Aminian</a:t>
            </a:r>
          </a:p>
        </p:txBody>
      </p:sp>
      <p:sp>
        <p:nvSpPr>
          <p:cNvPr id="6" name="Rectangle 6"/>
          <p:cNvSpPr>
            <a:spLocks noGrp="1" noChangeArrowheads="1"/>
          </p:cNvSpPr>
          <p:nvPr>
            <p:ph type="sldNum" sz="quarter" idx="12"/>
          </p:nvPr>
        </p:nvSpPr>
        <p:spPr>
          <a:ln/>
        </p:spPr>
        <p:txBody>
          <a:bodyPr/>
          <a:lstStyle>
            <a:lvl1pPr>
              <a:defRPr/>
            </a:lvl1pPr>
          </a:lstStyle>
          <a:p>
            <a:pPr>
              <a:defRPr/>
            </a:pPr>
            <a:fld id="{A5CE2495-6C37-4148-B092-2BA900427C3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ea typeface="ＭＳ Ｐゴシック" pitchFamily="-64" charset="-128"/>
              </a:defRPr>
            </a:lvl1pPr>
          </a:lstStyle>
          <a:p>
            <a:pPr>
              <a:defRPr/>
            </a:pPr>
            <a:r>
              <a:rPr lang="en-US"/>
              <a:t>November 12, 2010</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64" charset="-128"/>
              </a:defRPr>
            </a:lvl1pPr>
          </a:lstStyle>
          <a:p>
            <a:pPr>
              <a:defRPr/>
            </a:pPr>
            <a:r>
              <a:rPr lang="en-US" dirty="0"/>
              <a:t>Mahdi Aminian</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ea typeface="ＭＳ Ｐゴシック" pitchFamily="-64" charset="-128"/>
              </a:defRPr>
            </a:lvl1pPr>
          </a:lstStyle>
          <a:p>
            <a:pPr>
              <a:defRPr/>
            </a:pPr>
            <a:fld id="{141EC098-193F-4E7D-8F63-132E3FF025C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ＭＳ Ｐゴシック" pitchFamily="-64" charset="-128"/>
        </a:defRPr>
      </a:lvl2pPr>
      <a:lvl3pPr algn="ctr" rtl="0" eaLnBrk="0" fontAlgn="base" hangingPunct="0">
        <a:spcBef>
          <a:spcPct val="0"/>
        </a:spcBef>
        <a:spcAft>
          <a:spcPct val="0"/>
        </a:spcAft>
        <a:defRPr sz="4400">
          <a:solidFill>
            <a:schemeClr val="tx2"/>
          </a:solidFill>
          <a:latin typeface="Arial" charset="0"/>
          <a:ea typeface="ＭＳ Ｐゴシック" pitchFamily="-64" charset="-128"/>
        </a:defRPr>
      </a:lvl3pPr>
      <a:lvl4pPr algn="ctr" rtl="0" eaLnBrk="0" fontAlgn="base" hangingPunct="0">
        <a:spcBef>
          <a:spcPct val="0"/>
        </a:spcBef>
        <a:spcAft>
          <a:spcPct val="0"/>
        </a:spcAft>
        <a:defRPr sz="4400">
          <a:solidFill>
            <a:schemeClr val="tx2"/>
          </a:solidFill>
          <a:latin typeface="Arial" charset="0"/>
          <a:ea typeface="ＭＳ Ｐゴシック" pitchFamily="-64" charset="-128"/>
        </a:defRPr>
      </a:lvl4pPr>
      <a:lvl5pPr algn="ctr" rtl="0" eaLnBrk="0" fontAlgn="base" hangingPunct="0">
        <a:spcBef>
          <a:spcPct val="0"/>
        </a:spcBef>
        <a:spcAft>
          <a:spcPct val="0"/>
        </a:spcAft>
        <a:defRPr sz="4400">
          <a:solidFill>
            <a:schemeClr val="tx2"/>
          </a:solidFill>
          <a:latin typeface="Arial" charset="0"/>
          <a:ea typeface="ＭＳ Ｐゴシック" pitchFamily="-64" charset="-128"/>
        </a:defRPr>
      </a:lvl5pPr>
      <a:lvl6pPr marL="457200" algn="ctr" rtl="0" fontAlgn="base">
        <a:spcBef>
          <a:spcPct val="0"/>
        </a:spcBef>
        <a:spcAft>
          <a:spcPct val="0"/>
        </a:spcAft>
        <a:defRPr sz="4400">
          <a:solidFill>
            <a:schemeClr val="tx2"/>
          </a:solidFill>
          <a:latin typeface="Arial" charset="0"/>
          <a:ea typeface="ＭＳ Ｐゴシック" pitchFamily="-64" charset="-128"/>
        </a:defRPr>
      </a:lvl6pPr>
      <a:lvl7pPr marL="914400" algn="ctr" rtl="0" fontAlgn="base">
        <a:spcBef>
          <a:spcPct val="0"/>
        </a:spcBef>
        <a:spcAft>
          <a:spcPct val="0"/>
        </a:spcAft>
        <a:defRPr sz="4400">
          <a:solidFill>
            <a:schemeClr val="tx2"/>
          </a:solidFill>
          <a:latin typeface="Arial" charset="0"/>
          <a:ea typeface="ＭＳ Ｐゴシック" pitchFamily="-64" charset="-128"/>
        </a:defRPr>
      </a:lvl7pPr>
      <a:lvl8pPr marL="1371600" algn="ctr" rtl="0" fontAlgn="base">
        <a:spcBef>
          <a:spcPct val="0"/>
        </a:spcBef>
        <a:spcAft>
          <a:spcPct val="0"/>
        </a:spcAft>
        <a:defRPr sz="4400">
          <a:solidFill>
            <a:schemeClr val="tx2"/>
          </a:solidFill>
          <a:latin typeface="Arial" charset="0"/>
          <a:ea typeface="ＭＳ Ｐゴシック" pitchFamily="-64" charset="-128"/>
        </a:defRPr>
      </a:lvl8pPr>
      <a:lvl9pPr marL="1828800" algn="ctr" rtl="0" fontAlgn="base">
        <a:spcBef>
          <a:spcPct val="0"/>
        </a:spcBef>
        <a:spcAft>
          <a:spcPct val="0"/>
        </a:spcAft>
        <a:defRPr sz="4400">
          <a:solidFill>
            <a:schemeClr val="tx2"/>
          </a:solidFill>
          <a:latin typeface="Arial" charset="0"/>
          <a:ea typeface="ＭＳ Ｐゴシック" pitchFamily="-64" charset="-128"/>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customXml" Target="../ink/ink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descr="D:\Documents\Courses\BSc_Hardware Modeling (BS)\Slides\Photos\processor-2217771_960_72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14400"/>
            <a:ext cx="8915400" cy="5014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https://www.guilan.ac.ir/images/fa2.jpg"/>
          <p:cNvPicPr/>
          <p:nvPr/>
        </p:nvPicPr>
        <p:blipFill>
          <a:blip r:embed="rId4">
            <a:extLst>
              <a:ext uri="{28A0092B-C50C-407E-A947-70E740481C1C}">
                <a14:useLocalDpi xmlns:a14="http://schemas.microsoft.com/office/drawing/2010/main" val="0"/>
              </a:ext>
            </a:extLst>
          </a:blip>
          <a:srcRect/>
          <a:stretch>
            <a:fillRect/>
          </a:stretch>
        </p:blipFill>
        <p:spPr bwMode="auto">
          <a:xfrm>
            <a:off x="0" y="6051691"/>
            <a:ext cx="3200400" cy="806309"/>
          </a:xfrm>
          <a:prstGeom prst="rect">
            <a:avLst/>
          </a:prstGeom>
          <a:noFill/>
          <a:ln>
            <a:noFill/>
          </a:ln>
        </p:spPr>
      </p:pic>
      <p:sp>
        <p:nvSpPr>
          <p:cNvPr id="12" name="TextBox 11"/>
          <p:cNvSpPr txBox="1"/>
          <p:nvPr/>
        </p:nvSpPr>
        <p:spPr>
          <a:xfrm>
            <a:off x="4343400" y="6135469"/>
            <a:ext cx="4800600" cy="738664"/>
          </a:xfrm>
          <a:prstGeom prst="rect">
            <a:avLst/>
          </a:prstGeom>
          <a:noFill/>
        </p:spPr>
        <p:txBody>
          <a:bodyPr wrap="square" rtlCol="0">
            <a:spAutoFit/>
          </a:bodyPr>
          <a:lstStyle/>
          <a:p>
            <a:r>
              <a:rPr lang="en-US" sz="1400" dirty="0"/>
              <a:t>Some slides courtesy of:</a:t>
            </a:r>
          </a:p>
          <a:p>
            <a:pPr marL="285750" indent="-285750">
              <a:buFontTx/>
              <a:buChar char="-"/>
            </a:pPr>
            <a:r>
              <a:rPr lang="en-US" sz="1400" dirty="0"/>
              <a:t>“Hardware Systems Modeling”, A. </a:t>
            </a:r>
            <a:r>
              <a:rPr lang="en-US" sz="1400" dirty="0" err="1"/>
              <a:t>Vachoux</a:t>
            </a:r>
            <a:r>
              <a:rPr lang="en-US" sz="1400" dirty="0"/>
              <a:t>, EPFL </a:t>
            </a:r>
          </a:p>
          <a:p>
            <a:pPr marL="285750" indent="-285750">
              <a:buFontTx/>
              <a:buChar char="-"/>
            </a:pPr>
            <a:r>
              <a:rPr lang="en-US" sz="1400" dirty="0"/>
              <a:t>CAD slides from Dr. </a:t>
            </a:r>
            <a:r>
              <a:rPr lang="en-US" sz="1400" dirty="0" err="1"/>
              <a:t>Saheb</a:t>
            </a:r>
            <a:r>
              <a:rPr lang="en-US" sz="1400" dirty="0"/>
              <a:t> </a:t>
            </a:r>
            <a:r>
              <a:rPr lang="en-US" sz="1400" dirty="0" err="1"/>
              <a:t>Zamani</a:t>
            </a:r>
            <a:endParaRPr lang="en-US" sz="1400" dirty="0"/>
          </a:p>
        </p:txBody>
      </p:sp>
      <p:sp>
        <p:nvSpPr>
          <p:cNvPr id="13" name="Rectangle 2"/>
          <p:cNvSpPr>
            <a:spLocks noGrp="1" noChangeArrowheads="1"/>
          </p:cNvSpPr>
          <p:nvPr>
            <p:ph type="ctrTitle"/>
          </p:nvPr>
        </p:nvSpPr>
        <p:spPr>
          <a:xfrm>
            <a:off x="0" y="1066800"/>
            <a:ext cx="9144000" cy="3733800"/>
          </a:xfrm>
        </p:spPr>
        <p:txBody>
          <a:bodyPr/>
          <a:lstStyle/>
          <a:p>
            <a:pPr lvl="1" eaLnBrk="1" hangingPunct="1"/>
            <a:r>
              <a:rPr lang="en-US" sz="4800" b="1" dirty="0">
                <a:solidFill>
                  <a:schemeClr val="bg1"/>
                </a:solidFill>
                <a:cs typeface="Times New Roman" pitchFamily="18" charset="0"/>
              </a:rPr>
              <a:t>Computer-Aided Design</a:t>
            </a:r>
            <a:br>
              <a:rPr lang="en-US" sz="4800" b="1" dirty="0">
                <a:solidFill>
                  <a:schemeClr val="bg1"/>
                </a:solidFill>
                <a:cs typeface="Times New Roman" pitchFamily="18" charset="0"/>
              </a:rPr>
            </a:br>
            <a:br>
              <a:rPr lang="fa-IR" sz="4800" b="1" dirty="0">
                <a:solidFill>
                  <a:schemeClr val="bg1"/>
                </a:solidFill>
                <a:cs typeface="Times New Roman" pitchFamily="18" charset="0"/>
              </a:rPr>
            </a:br>
            <a:br>
              <a:rPr lang="fa-IR" sz="4800" b="1" dirty="0">
                <a:solidFill>
                  <a:schemeClr val="bg1"/>
                </a:solidFill>
                <a:cs typeface="Times New Roman" pitchFamily="18" charset="0"/>
              </a:rPr>
            </a:br>
            <a:br>
              <a:rPr lang="en-US" sz="4800" b="1" dirty="0">
                <a:solidFill>
                  <a:schemeClr val="bg1"/>
                </a:solidFill>
                <a:cs typeface="Times New Roman" pitchFamily="18" charset="0"/>
              </a:rPr>
            </a:br>
            <a:r>
              <a:rPr lang="en-US" sz="4800" b="1" dirty="0">
                <a:solidFill>
                  <a:schemeClr val="bg1"/>
                </a:solidFill>
                <a:cs typeface="Times New Roman" pitchFamily="18" charset="0"/>
              </a:rPr>
              <a:t>Finite State Machine (FSM)</a:t>
            </a:r>
            <a:endParaRPr lang="en-US" sz="4800" b="1" dirty="0">
              <a:solidFill>
                <a:schemeClr val="bg1"/>
              </a:solidFill>
              <a:cs typeface="B Mitra" panose="00000400000000000000" pitchFamily="2" charset="-78"/>
            </a:endParaRPr>
          </a:p>
        </p:txBody>
      </p:sp>
      <p:sp>
        <p:nvSpPr>
          <p:cNvPr id="14" name="Rectangle 3"/>
          <p:cNvSpPr>
            <a:spLocks noGrp="1" noChangeArrowheads="1"/>
          </p:cNvSpPr>
          <p:nvPr>
            <p:ph type="subTitle" idx="1"/>
          </p:nvPr>
        </p:nvSpPr>
        <p:spPr>
          <a:xfrm>
            <a:off x="478630" y="5334000"/>
            <a:ext cx="8177213" cy="609600"/>
          </a:xfrm>
        </p:spPr>
        <p:txBody>
          <a:bodyPr/>
          <a:lstStyle/>
          <a:p>
            <a:pPr eaLnBrk="1" hangingPunct="1">
              <a:lnSpc>
                <a:spcPct val="90000"/>
              </a:lnSpc>
            </a:pPr>
            <a:r>
              <a:rPr lang="en-US" b="1" dirty="0">
                <a:solidFill>
                  <a:schemeClr val="bg1"/>
                </a:solidFill>
                <a:cs typeface="Times New Roman" pitchFamily="18" charset="0"/>
              </a:rPr>
              <a:t>Mahdi Aminian</a:t>
            </a:r>
          </a:p>
        </p:txBody>
      </p:sp>
    </p:spTree>
    <p:extLst>
      <p:ext uri="{BB962C8B-B14F-4D97-AF65-F5344CB8AC3E}">
        <p14:creationId xmlns:p14="http://schemas.microsoft.com/office/powerpoint/2010/main" val="3376620789"/>
      </p:ext>
    </p:extLst>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FSM</a:t>
            </a:r>
          </a:p>
        </p:txBody>
      </p:sp>
      <p:sp>
        <p:nvSpPr>
          <p:cNvPr id="3" name="Content Placeholder 2"/>
          <p:cNvSpPr>
            <a:spLocks noGrp="1"/>
          </p:cNvSpPr>
          <p:nvPr>
            <p:ph idx="1"/>
          </p:nvPr>
        </p:nvSpPr>
        <p:spPr/>
        <p:txBody>
          <a:bodyPr/>
          <a:lstStyle/>
          <a:p>
            <a:r>
              <a:rPr lang="en-US" dirty="0"/>
              <a:t>FSM ?</a:t>
            </a:r>
          </a:p>
          <a:p>
            <a:r>
              <a:rPr lang="en-US" dirty="0"/>
              <a:t>FSM Design ?</a:t>
            </a:r>
          </a:p>
        </p:txBody>
      </p:sp>
      <p:sp>
        <p:nvSpPr>
          <p:cNvPr id="4" name="Footer Placeholder 3"/>
          <p:cNvSpPr>
            <a:spLocks noGrp="1"/>
          </p:cNvSpPr>
          <p:nvPr>
            <p:ph type="ftr" sz="quarter" idx="11"/>
          </p:nvPr>
        </p:nvSpPr>
        <p:spPr/>
        <p:txBody>
          <a:bodyPr/>
          <a:lstStyle/>
          <a:p>
            <a:pPr>
              <a:defRPr/>
            </a:pPr>
            <a:r>
              <a:rPr lang="en-US"/>
              <a:t>Mahdi Aminian</a:t>
            </a:r>
            <a:endParaRPr lang="en-US" dirty="0"/>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pPr>
                <a:defRPr/>
              </a:pPr>
              <a:t>2</a:t>
            </a:fld>
            <a:endParaRPr lang="en-US" dirty="0"/>
          </a:p>
        </p:txBody>
      </p:sp>
    </p:spTree>
    <p:extLst>
      <p:ext uri="{BB962C8B-B14F-4D97-AF65-F5344CB8AC3E}">
        <p14:creationId xmlns:p14="http://schemas.microsoft.com/office/powerpoint/2010/main" val="1665588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B08F0-544B-BF46-BEBC-71E3C1E6F7F9}"/>
              </a:ext>
            </a:extLst>
          </p:cNvPr>
          <p:cNvSpPr>
            <a:spLocks noGrp="1"/>
          </p:cNvSpPr>
          <p:nvPr>
            <p:ph type="title"/>
          </p:nvPr>
        </p:nvSpPr>
        <p:spPr/>
        <p:txBody>
          <a:bodyPr/>
          <a:lstStyle/>
          <a:p>
            <a:r>
              <a:rPr lang="en-CH" dirty="0"/>
              <a:t>Control Inputs</a:t>
            </a:r>
          </a:p>
        </p:txBody>
      </p:sp>
      <p:sp>
        <p:nvSpPr>
          <p:cNvPr id="3" name="Content Placeholder 2">
            <a:extLst>
              <a:ext uri="{FF2B5EF4-FFF2-40B4-BE49-F238E27FC236}">
                <a16:creationId xmlns:a16="http://schemas.microsoft.com/office/drawing/2014/main" id="{D085DED3-65C9-3C4E-8D36-E8399CB3FE43}"/>
              </a:ext>
            </a:extLst>
          </p:cNvPr>
          <p:cNvSpPr>
            <a:spLocks noGrp="1"/>
          </p:cNvSpPr>
          <p:nvPr>
            <p:ph idx="1"/>
          </p:nvPr>
        </p:nvSpPr>
        <p:spPr/>
        <p:txBody>
          <a:bodyPr/>
          <a:lstStyle/>
          <a:p>
            <a:r>
              <a:rPr lang="en-CH" dirty="0"/>
              <a:t>Data Inputs: Datain</a:t>
            </a:r>
          </a:p>
          <a:p>
            <a:r>
              <a:rPr lang="en-CH" dirty="0"/>
              <a:t>Control Inputs: Load </a:t>
            </a:r>
          </a:p>
        </p:txBody>
      </p:sp>
      <p:sp>
        <p:nvSpPr>
          <p:cNvPr id="4" name="Footer Placeholder 3">
            <a:extLst>
              <a:ext uri="{FF2B5EF4-FFF2-40B4-BE49-F238E27FC236}">
                <a16:creationId xmlns:a16="http://schemas.microsoft.com/office/drawing/2014/main" id="{A4EF81BC-0A3C-C24C-9FA1-3494B012EBDA}"/>
              </a:ext>
            </a:extLst>
          </p:cNvPr>
          <p:cNvSpPr>
            <a:spLocks noGrp="1"/>
          </p:cNvSpPr>
          <p:nvPr>
            <p:ph type="ftr" sz="quarter" idx="11"/>
          </p:nvPr>
        </p:nvSpPr>
        <p:spPr/>
        <p:txBody>
          <a:bodyPr/>
          <a:lstStyle/>
          <a:p>
            <a:pPr>
              <a:defRPr/>
            </a:pPr>
            <a:r>
              <a:rPr lang="en-US"/>
              <a:t>Mahdi Aminian</a:t>
            </a:r>
            <a:endParaRPr lang="en-US" dirty="0"/>
          </a:p>
        </p:txBody>
      </p:sp>
      <p:sp>
        <p:nvSpPr>
          <p:cNvPr id="5" name="Slide Number Placeholder 4">
            <a:extLst>
              <a:ext uri="{FF2B5EF4-FFF2-40B4-BE49-F238E27FC236}">
                <a16:creationId xmlns:a16="http://schemas.microsoft.com/office/drawing/2014/main" id="{7728677F-43A1-724D-9789-A957B2FAB19F}"/>
              </a:ext>
            </a:extLst>
          </p:cNvPr>
          <p:cNvSpPr>
            <a:spLocks noGrp="1"/>
          </p:cNvSpPr>
          <p:nvPr>
            <p:ph type="sldNum" sz="quarter" idx="12"/>
          </p:nvPr>
        </p:nvSpPr>
        <p:spPr/>
        <p:txBody>
          <a:bodyPr/>
          <a:lstStyle/>
          <a:p>
            <a:pPr>
              <a:defRPr/>
            </a:pPr>
            <a:fld id="{97A035BB-E83D-4AE3-B588-6367177E4C62}" type="slidenum">
              <a:rPr lang="en-US" smtClean="0"/>
              <a:pPr>
                <a:defRPr/>
              </a:pPr>
              <a:t>3</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259E439-41A2-2D4E-A2BD-8C79B799DCFC}"/>
                  </a:ext>
                </a:extLst>
              </p14:cNvPr>
              <p14:cNvContentPartPr/>
              <p14:nvPr/>
            </p14:nvContentPartPr>
            <p14:xfrm>
              <a:off x="2590800" y="3051600"/>
              <a:ext cx="4597200" cy="3425400"/>
            </p14:xfrm>
          </p:contentPart>
        </mc:Choice>
        <mc:Fallback xmlns="">
          <p:pic>
            <p:nvPicPr>
              <p:cNvPr id="6" name="Ink 5">
                <a:extLst>
                  <a:ext uri="{FF2B5EF4-FFF2-40B4-BE49-F238E27FC236}">
                    <a16:creationId xmlns:a16="http://schemas.microsoft.com/office/drawing/2014/main" id="{8259E439-41A2-2D4E-A2BD-8C79B799DCFC}"/>
                  </a:ext>
                </a:extLst>
              </p:cNvPr>
              <p:cNvPicPr/>
              <p:nvPr/>
            </p:nvPicPr>
            <p:blipFill>
              <a:blip r:embed="rId3"/>
              <a:stretch>
                <a:fillRect/>
              </a:stretch>
            </p:blipFill>
            <p:spPr>
              <a:xfrm>
                <a:off x="2581440" y="3042240"/>
                <a:ext cx="4615920" cy="3444120"/>
              </a:xfrm>
              <a:prstGeom prst="rect">
                <a:avLst/>
              </a:prstGeom>
            </p:spPr>
          </p:pic>
        </mc:Fallback>
      </mc:AlternateContent>
    </p:spTree>
    <p:extLst>
      <p:ext uri="{BB962C8B-B14F-4D97-AF65-F5344CB8AC3E}">
        <p14:creationId xmlns:p14="http://schemas.microsoft.com/office/powerpoint/2010/main" val="124977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1"/>
          <p:cNvSpPr>
            <a:spLocks noGrp="1" noChangeArrowheads="1"/>
          </p:cNvSpPr>
          <p:nvPr>
            <p:ph type="title"/>
          </p:nvPr>
        </p:nvSpPr>
        <p:spPr>
          <a:xfrm>
            <a:off x="457200" y="0"/>
            <a:ext cx="8229600" cy="1143000"/>
          </a:xfrm>
        </p:spPr>
        <p:txBody>
          <a:bodyPr/>
          <a:lstStyle/>
          <a:p>
            <a:r>
              <a:rPr lang="en-US" altLang="en-US" dirty="0"/>
              <a:t>Finite State Machines &amp; VHDL</a:t>
            </a:r>
            <a:endParaRPr lang="en-US" dirty="0"/>
          </a:p>
        </p:txBody>
      </p:sp>
      <p:sp>
        <p:nvSpPr>
          <p:cNvPr id="3078" name="Footer Placeholder 17"/>
          <p:cNvSpPr>
            <a:spLocks noGrp="1"/>
          </p:cNvSpPr>
          <p:nvPr>
            <p:ph type="ftr" sz="quarter" idx="11"/>
          </p:nvPr>
        </p:nvSpPr>
        <p:spPr/>
        <p:txBody>
          <a:bodyPr/>
          <a:lstStyle/>
          <a:p>
            <a:r>
              <a:rPr lang="en-US" dirty="0"/>
              <a:t>Mahdi Aminian</a:t>
            </a:r>
          </a:p>
        </p:txBody>
      </p:sp>
      <p:sp>
        <p:nvSpPr>
          <p:cNvPr id="3077" name="Slide Number Placeholder 16"/>
          <p:cNvSpPr>
            <a:spLocks noGrp="1"/>
          </p:cNvSpPr>
          <p:nvPr>
            <p:ph type="sldNum" sz="quarter" idx="12"/>
          </p:nvPr>
        </p:nvSpPr>
        <p:spPr/>
        <p:txBody>
          <a:bodyPr/>
          <a:lstStyle/>
          <a:p>
            <a:fld id="{3FF0DCC4-09C2-4596-AAD4-4A3E5621EFF0}" type="slidenum">
              <a:rPr lang="en-US" smtClean="0"/>
              <a:pPr/>
              <a:t>4</a:t>
            </a:fld>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8686800" cy="30251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483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Sequence Detector</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5</a:t>
            </a:fld>
            <a:endParaRPr lang="en-US" dirty="0">
              <a:solidFill>
                <a:srgbClr val="000000"/>
              </a:solidFill>
            </a:endParaRPr>
          </a:p>
        </p:txBody>
      </p:sp>
      <p:sp>
        <p:nvSpPr>
          <p:cNvPr id="9" name="Rectangle 3"/>
          <p:cNvSpPr txBox="1">
            <a:spLocks noChangeArrowheads="1"/>
          </p:cNvSpPr>
          <p:nvPr/>
        </p:nvSpPr>
        <p:spPr bwMode="auto">
          <a:xfrm>
            <a:off x="971550" y="1219200"/>
            <a:ext cx="7486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kumimoji="0" lang="en-US" altLang="en-US" sz="3200" b="1" i="0" u="none" strike="noStrike" kern="0" cap="none" spc="0" normalizeH="0" baseline="0" noProof="0">
                <a:ln>
                  <a:noFill/>
                </a:ln>
                <a:solidFill>
                  <a:srgbClr val="FF5050"/>
                </a:solidFill>
                <a:effectLst/>
                <a:uLnTx/>
                <a:uFillTx/>
                <a:latin typeface="Arial"/>
                <a:ea typeface="+mn-ea"/>
                <a:cs typeface="Zar"/>
              </a:rPr>
              <a:t>101 sequence Detector</a:t>
            </a:r>
          </a:p>
        </p:txBody>
      </p:sp>
      <p:pic>
        <p:nvPicPr>
          <p:cNvPr id="10" name="Picture 4" descr="roth+f14-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349500"/>
            <a:ext cx="4103687"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Group 5"/>
          <p:cNvGraphicFramePr>
            <a:graphicFrameLocks noGrp="1"/>
          </p:cNvGraphicFramePr>
          <p:nvPr/>
        </p:nvGraphicFramePr>
        <p:xfrm>
          <a:off x="431800" y="4724400"/>
          <a:ext cx="8331200" cy="1343025"/>
        </p:xfrm>
        <a:graphic>
          <a:graphicData uri="http://schemas.openxmlformats.org/drawingml/2006/table">
            <a:tbl>
              <a:tblPr/>
              <a:tblGrid>
                <a:gridCol w="747713">
                  <a:extLst>
                    <a:ext uri="{9D8B030D-6E8A-4147-A177-3AD203B41FA5}">
                      <a16:colId xmlns:a16="http://schemas.microsoft.com/office/drawing/2014/main" val="20000"/>
                    </a:ext>
                  </a:extLst>
                </a:gridCol>
                <a:gridCol w="471487">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73075">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73075">
                  <a:extLst>
                    <a:ext uri="{9D8B030D-6E8A-4147-A177-3AD203B41FA5}">
                      <a16:colId xmlns:a16="http://schemas.microsoft.com/office/drawing/2014/main" val="20006"/>
                    </a:ext>
                  </a:extLst>
                </a:gridCol>
                <a:gridCol w="468313">
                  <a:extLst>
                    <a:ext uri="{9D8B030D-6E8A-4147-A177-3AD203B41FA5}">
                      <a16:colId xmlns:a16="http://schemas.microsoft.com/office/drawing/2014/main" val="20007"/>
                    </a:ext>
                  </a:extLst>
                </a:gridCol>
                <a:gridCol w="471487">
                  <a:extLst>
                    <a:ext uri="{9D8B030D-6E8A-4147-A177-3AD203B41FA5}">
                      <a16:colId xmlns:a16="http://schemas.microsoft.com/office/drawing/2014/main" val="20008"/>
                    </a:ext>
                  </a:extLst>
                </a:gridCol>
                <a:gridCol w="471488">
                  <a:extLst>
                    <a:ext uri="{9D8B030D-6E8A-4147-A177-3AD203B41FA5}">
                      <a16:colId xmlns:a16="http://schemas.microsoft.com/office/drawing/2014/main" val="20009"/>
                    </a:ext>
                  </a:extLst>
                </a:gridCol>
                <a:gridCol w="471487">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71488">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88950">
                  <a:extLst>
                    <a:ext uri="{9D8B030D-6E8A-4147-A177-3AD203B41FA5}">
                      <a16:colId xmlns:a16="http://schemas.microsoft.com/office/drawing/2014/main" val="20015"/>
                    </a:ext>
                  </a:extLst>
                </a:gridCol>
                <a:gridCol w="503237">
                  <a:extLst>
                    <a:ext uri="{9D8B030D-6E8A-4147-A177-3AD203B41FA5}">
                      <a16:colId xmlns:a16="http://schemas.microsoft.com/office/drawing/2014/main" val="20016"/>
                    </a:ext>
                  </a:extLst>
                </a:gridCol>
              </a:tblGrid>
              <a:tr h="447675">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X    =</a:t>
                      </a:r>
                    </a:p>
                  </a:txBody>
                  <a:tcPr horzOverflow="overflow">
                    <a:lnL cap="flat">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47675">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Z    =</a:t>
                      </a:r>
                    </a:p>
                  </a:txBody>
                  <a:tcPr horzOverflow="overflow">
                    <a:lnL cap="flat">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47675">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(time:</a:t>
                      </a:r>
                    </a:p>
                  </a:txBody>
                  <a:tcPr horzOverflow="overflow">
                    <a:lnL cap="flat">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2</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3</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4</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5</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6</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7</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8</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9</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10</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11</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12</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13</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14</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69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altLang="en-US" sz="4000" dirty="0"/>
              <a:t>Design of 101 Sequence Detector</a:t>
            </a:r>
            <a:endParaRPr lang="en-US" sz="4000"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6</a:t>
            </a:fld>
            <a:endParaRPr lang="en-US" dirty="0">
              <a:solidFill>
                <a:srgbClr val="000000"/>
              </a:solidFill>
            </a:endParaRPr>
          </a:p>
        </p:txBody>
      </p:sp>
      <p:sp>
        <p:nvSpPr>
          <p:cNvPr id="8" name="Text Box 5">
            <a:extLst>
              <a:ext uri="{FF2B5EF4-FFF2-40B4-BE49-F238E27FC236}">
                <a16:creationId xmlns:a16="http://schemas.microsoft.com/office/drawing/2014/main" id="{4E189B85-DC0A-AE41-BA34-34D9EE20D075}"/>
              </a:ext>
            </a:extLst>
          </p:cNvPr>
          <p:cNvSpPr txBox="1">
            <a:spLocks noChangeArrowheads="1"/>
          </p:cNvSpPr>
          <p:nvPr/>
        </p:nvSpPr>
        <p:spPr bwMode="auto">
          <a:xfrm>
            <a:off x="696595" y="1309686"/>
            <a:ext cx="2447925"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0</a:t>
            </a:r>
            <a:r>
              <a:rPr lang="en-US" altLang="en-US" sz="2800" dirty="0">
                <a:solidFill>
                  <a:srgbClr val="000000"/>
                </a:solidFill>
                <a:ea typeface="+mn-ea"/>
              </a:rPr>
              <a:t>: start / 0</a:t>
            </a:r>
          </a:p>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1</a:t>
            </a:r>
            <a:r>
              <a:rPr lang="en-US" altLang="en-US" sz="2800" dirty="0">
                <a:solidFill>
                  <a:srgbClr val="000000"/>
                </a:solidFill>
                <a:ea typeface="+mn-ea"/>
              </a:rPr>
              <a:t>: got 1 / 0</a:t>
            </a:r>
          </a:p>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2</a:t>
            </a:r>
            <a:r>
              <a:rPr lang="en-US" altLang="en-US" sz="2800" dirty="0">
                <a:solidFill>
                  <a:srgbClr val="000000"/>
                </a:solidFill>
                <a:ea typeface="+mn-ea"/>
              </a:rPr>
              <a:t>: got 10 / 0</a:t>
            </a:r>
          </a:p>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3</a:t>
            </a:r>
            <a:r>
              <a:rPr lang="en-US" altLang="en-US" sz="2800" dirty="0">
                <a:solidFill>
                  <a:srgbClr val="000000"/>
                </a:solidFill>
                <a:ea typeface="+mn-ea"/>
              </a:rPr>
              <a:t>: got 101 / 1</a:t>
            </a:r>
          </a:p>
        </p:txBody>
      </p:sp>
    </p:spTree>
    <p:extLst>
      <p:ext uri="{BB962C8B-B14F-4D97-AF65-F5344CB8AC3E}">
        <p14:creationId xmlns:p14="http://schemas.microsoft.com/office/powerpoint/2010/main" val="199882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ea typeface="Gulim" pitchFamily="34" charset="-127"/>
                <a:cs typeface="Arial" pitchFamily="34" charset="0"/>
              </a:rPr>
              <a:t>Design of Sequence Detector</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7</a:t>
            </a:fld>
            <a:endParaRPr lang="en-US" dirty="0">
              <a:solidFill>
                <a:srgbClr val="000000"/>
              </a:solidFill>
            </a:endParaRPr>
          </a:p>
        </p:txBody>
      </p:sp>
      <p:pic>
        <p:nvPicPr>
          <p:cNvPr id="6" name="Picture 4" descr="roth+f14-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6088" y="2060575"/>
            <a:ext cx="4249737" cy="317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1116013" y="1484313"/>
            <a:ext cx="2447925"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1900" dirty="0">
                <a:solidFill>
                  <a:srgbClr val="000000"/>
                </a:solidFill>
                <a:ea typeface="+mn-ea"/>
              </a:rPr>
              <a:t>S</a:t>
            </a:r>
            <a:r>
              <a:rPr lang="en-US" altLang="en-US" sz="1900" baseline="-25000" dirty="0">
                <a:solidFill>
                  <a:srgbClr val="000000"/>
                </a:solidFill>
                <a:ea typeface="+mn-ea"/>
              </a:rPr>
              <a:t>0</a:t>
            </a:r>
            <a:r>
              <a:rPr lang="en-US" altLang="en-US" sz="1900" dirty="0">
                <a:solidFill>
                  <a:srgbClr val="000000"/>
                </a:solidFill>
                <a:ea typeface="+mn-ea"/>
              </a:rPr>
              <a:t>: start / 0</a:t>
            </a:r>
          </a:p>
          <a:p>
            <a:pPr eaLnBrk="1" hangingPunct="1">
              <a:spcBef>
                <a:spcPct val="50000"/>
              </a:spcBef>
            </a:pPr>
            <a:r>
              <a:rPr lang="en-US" altLang="en-US" sz="1900" dirty="0">
                <a:solidFill>
                  <a:srgbClr val="000000"/>
                </a:solidFill>
                <a:ea typeface="+mn-ea"/>
              </a:rPr>
              <a:t>S</a:t>
            </a:r>
            <a:r>
              <a:rPr lang="en-US" altLang="en-US" sz="1900" baseline="-25000" dirty="0">
                <a:solidFill>
                  <a:srgbClr val="000000"/>
                </a:solidFill>
                <a:ea typeface="+mn-ea"/>
              </a:rPr>
              <a:t>1</a:t>
            </a:r>
            <a:r>
              <a:rPr lang="en-US" altLang="en-US" sz="1900" dirty="0">
                <a:solidFill>
                  <a:srgbClr val="000000"/>
                </a:solidFill>
                <a:ea typeface="+mn-ea"/>
              </a:rPr>
              <a:t>: got 1 / 0</a:t>
            </a:r>
          </a:p>
          <a:p>
            <a:pPr eaLnBrk="1" hangingPunct="1">
              <a:spcBef>
                <a:spcPct val="50000"/>
              </a:spcBef>
            </a:pPr>
            <a:r>
              <a:rPr lang="en-US" altLang="en-US" sz="1900" dirty="0">
                <a:solidFill>
                  <a:srgbClr val="000000"/>
                </a:solidFill>
                <a:ea typeface="+mn-ea"/>
              </a:rPr>
              <a:t>S</a:t>
            </a:r>
            <a:r>
              <a:rPr lang="en-US" altLang="en-US" sz="1900" baseline="-25000" dirty="0">
                <a:solidFill>
                  <a:srgbClr val="000000"/>
                </a:solidFill>
                <a:ea typeface="+mn-ea"/>
              </a:rPr>
              <a:t>2</a:t>
            </a:r>
            <a:r>
              <a:rPr lang="en-US" altLang="en-US" sz="1900" dirty="0">
                <a:solidFill>
                  <a:srgbClr val="000000"/>
                </a:solidFill>
                <a:ea typeface="+mn-ea"/>
              </a:rPr>
              <a:t>: got 10 / 0</a:t>
            </a:r>
          </a:p>
          <a:p>
            <a:pPr eaLnBrk="1" hangingPunct="1">
              <a:spcBef>
                <a:spcPct val="50000"/>
              </a:spcBef>
            </a:pPr>
            <a:r>
              <a:rPr lang="en-US" altLang="en-US" sz="1900" dirty="0">
                <a:solidFill>
                  <a:srgbClr val="000000"/>
                </a:solidFill>
                <a:ea typeface="+mn-ea"/>
              </a:rPr>
              <a:t>S</a:t>
            </a:r>
            <a:r>
              <a:rPr lang="en-US" altLang="en-US" sz="1900" baseline="-25000" dirty="0">
                <a:solidFill>
                  <a:srgbClr val="000000"/>
                </a:solidFill>
                <a:ea typeface="+mn-ea"/>
              </a:rPr>
              <a:t>3</a:t>
            </a:r>
            <a:r>
              <a:rPr lang="en-US" altLang="en-US" sz="1900" dirty="0">
                <a:solidFill>
                  <a:srgbClr val="000000"/>
                </a:solidFill>
                <a:ea typeface="+mn-ea"/>
              </a:rPr>
              <a:t>: got 101 / 1</a:t>
            </a:r>
          </a:p>
        </p:txBody>
      </p:sp>
    </p:spTree>
    <p:extLst>
      <p:ext uri="{BB962C8B-B14F-4D97-AF65-F5344CB8AC3E}">
        <p14:creationId xmlns:p14="http://schemas.microsoft.com/office/powerpoint/2010/main" val="1999581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1"/>
            <a:r>
              <a:rPr lang="fa-IR" altLang="en-US" dirty="0">
                <a:cs typeface="B Mitra" panose="00000400000000000000" pitchFamily="2" charset="-78"/>
              </a:rPr>
              <a:t>طراحی ماشین حالت</a:t>
            </a:r>
            <a:endParaRPr lang="en-US" dirty="0">
              <a:cs typeface="B Mitra" panose="00000400000000000000" pitchFamily="2" charset="-78"/>
            </a:endParaRPr>
          </a:p>
        </p:txBody>
      </p:sp>
      <p:sp>
        <p:nvSpPr>
          <p:cNvPr id="4" name="Footer Placeholder 3"/>
          <p:cNvSpPr>
            <a:spLocks noGrp="1"/>
          </p:cNvSpPr>
          <p:nvPr>
            <p:ph type="ftr" sz="quarter" idx="11"/>
          </p:nvPr>
        </p:nvSpPr>
        <p:spPr/>
        <p:txBody>
          <a:bodyPr/>
          <a:lstStyle/>
          <a:p>
            <a:pPr>
              <a:defRPr/>
            </a:pPr>
            <a:r>
              <a:rPr lang="en-US"/>
              <a:t>Mahdi Aminian</a:t>
            </a:r>
            <a:endParaRPr lang="en-US" dirty="0"/>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pPr>
                <a:defRPr/>
              </a:pPr>
              <a:t>8</a:t>
            </a:fld>
            <a:endParaRPr lang="en-US" dirty="0"/>
          </a:p>
        </p:txBody>
      </p:sp>
      <p:sp>
        <p:nvSpPr>
          <p:cNvPr id="63" name="Rectangle 3"/>
          <p:cNvSpPr txBox="1">
            <a:spLocks noChangeArrowheads="1"/>
          </p:cNvSpPr>
          <p:nvPr/>
        </p:nvSpPr>
        <p:spPr bwMode="auto">
          <a:xfrm>
            <a:off x="381000" y="1219200"/>
            <a:ext cx="8534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342900" indent="-342900" algn="r" rtl="1" eaLnBrk="0" fontAlgn="base" hangingPunct="0">
              <a:spcBef>
                <a:spcPct val="20000"/>
              </a:spcBef>
              <a:spcAft>
                <a:spcPct val="0"/>
              </a:spcAft>
              <a:buChar char="•"/>
              <a:defRPr sz="4000" b="1">
                <a:solidFill>
                  <a:srgbClr val="FF5050"/>
                </a:solidFill>
                <a:latin typeface="+mn-lt"/>
                <a:ea typeface="+mn-ea"/>
                <a:cs typeface="+mn-cs"/>
              </a:defRPr>
            </a:lvl1pPr>
            <a:lvl2pPr marL="914400" indent="-457200" algn="r" rtl="1"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422400" indent="-393700" algn="r" rtl="1"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887538" indent="-350838" algn="r" rtl="1"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293938" indent="-292100" algn="r" rtl="1"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751138" indent="-292100" algn="r" rtl="1" fontAlgn="base">
              <a:spcBef>
                <a:spcPct val="20000"/>
              </a:spcBef>
              <a:spcAft>
                <a:spcPct val="0"/>
              </a:spcAft>
              <a:buFont typeface="Wingdings" pitchFamily="2" charset="2"/>
              <a:buChar char="Ø"/>
              <a:defRPr>
                <a:solidFill>
                  <a:schemeClr val="tx1"/>
                </a:solidFill>
                <a:latin typeface="+mn-lt"/>
                <a:cs typeface="+mn-cs"/>
              </a:defRPr>
            </a:lvl6pPr>
            <a:lvl7pPr marL="3208338" indent="-292100" algn="r" rtl="1" fontAlgn="base">
              <a:spcBef>
                <a:spcPct val="20000"/>
              </a:spcBef>
              <a:spcAft>
                <a:spcPct val="0"/>
              </a:spcAft>
              <a:buFont typeface="Wingdings" pitchFamily="2" charset="2"/>
              <a:buChar char="Ø"/>
              <a:defRPr>
                <a:solidFill>
                  <a:schemeClr val="tx1"/>
                </a:solidFill>
                <a:latin typeface="+mn-lt"/>
                <a:cs typeface="+mn-cs"/>
              </a:defRPr>
            </a:lvl7pPr>
            <a:lvl8pPr marL="3665538" indent="-292100" algn="r" rtl="1" fontAlgn="base">
              <a:spcBef>
                <a:spcPct val="20000"/>
              </a:spcBef>
              <a:spcAft>
                <a:spcPct val="0"/>
              </a:spcAft>
              <a:buFont typeface="Wingdings" pitchFamily="2" charset="2"/>
              <a:buChar char="Ø"/>
              <a:defRPr>
                <a:solidFill>
                  <a:schemeClr val="tx1"/>
                </a:solidFill>
                <a:latin typeface="+mn-lt"/>
                <a:cs typeface="+mn-cs"/>
              </a:defRPr>
            </a:lvl8pPr>
            <a:lvl9pPr marL="4122738" indent="-292100" algn="r" rtl="1" fontAlgn="base">
              <a:spcBef>
                <a:spcPct val="20000"/>
              </a:spcBef>
              <a:spcAft>
                <a:spcPct val="0"/>
              </a:spcAft>
              <a:buFont typeface="Wingdings" pitchFamily="2" charset="2"/>
              <a:buChar char="Ø"/>
              <a:defRPr>
                <a:solidFill>
                  <a:schemeClr val="tx1"/>
                </a:solidFill>
                <a:latin typeface="+mn-lt"/>
                <a:cs typeface="+mn-cs"/>
              </a:defRPr>
            </a:lvl9pPr>
          </a:lstStyle>
          <a:p>
            <a:pPr lvl="1" eaLnBrk="1" hangingPunct="1">
              <a:lnSpc>
                <a:spcPct val="80000"/>
              </a:lnSpc>
              <a:defRPr/>
            </a:pPr>
            <a:r>
              <a:rPr lang="fa-IR" altLang="en-US" sz="2400" kern="0" dirty="0">
                <a:cs typeface="B Mitra" panose="00000400000000000000" pitchFamily="2" charset="-78"/>
              </a:rPr>
              <a:t>ابتدا یک سری ورودی نمونه و توالی خروجی مربوط به آن را تشکیل دهید تا مطمئن شوید مسئله را متوجه شده اید.</a:t>
            </a:r>
          </a:p>
          <a:p>
            <a:pPr lvl="1" eaLnBrk="1" hangingPunct="1">
              <a:lnSpc>
                <a:spcPct val="80000"/>
              </a:lnSpc>
              <a:defRPr/>
            </a:pPr>
            <a:r>
              <a:rPr lang="fa-IR" altLang="en-US" sz="2400" kern="0" dirty="0">
                <a:cs typeface="B Mitra" panose="00000400000000000000" pitchFamily="2" charset="-78"/>
              </a:rPr>
              <a:t>با یک حالت اولیه (همانند حالت </a:t>
            </a:r>
            <a:r>
              <a:rPr lang="en-US" altLang="en-US" sz="2400" kern="0" dirty="0">
                <a:cs typeface="B Mitra" panose="00000400000000000000" pitchFamily="2" charset="-78"/>
              </a:rPr>
              <a:t>Reset</a:t>
            </a:r>
            <a:r>
              <a:rPr lang="fa-IR" altLang="en-US" sz="2400" kern="0" dirty="0">
                <a:cs typeface="B Mitra" panose="00000400000000000000" pitchFamily="2" charset="-78"/>
              </a:rPr>
              <a:t>) شروع کنید که در آن هنوز هیچ قسمت ابتدایی توالی رخ نداده است. </a:t>
            </a:r>
          </a:p>
          <a:p>
            <a:pPr lvl="1" eaLnBrk="1" hangingPunct="1">
              <a:lnSpc>
                <a:spcPct val="80000"/>
              </a:lnSpc>
              <a:defRPr/>
            </a:pPr>
            <a:r>
              <a:rPr lang="fa-IR" altLang="en-US" sz="2400" kern="0" dirty="0">
                <a:cs typeface="B Mitra" panose="00000400000000000000" pitchFamily="2" charset="-78"/>
              </a:rPr>
              <a:t>یک حالت اضافه کنید که تشخیص می دهد اولین سمبل اتفاق افتاده است</a:t>
            </a:r>
          </a:p>
          <a:p>
            <a:pPr lvl="1" eaLnBrk="1" hangingPunct="1">
              <a:lnSpc>
                <a:spcPct val="80000"/>
              </a:lnSpc>
              <a:defRPr/>
            </a:pPr>
            <a:r>
              <a:rPr lang="fa-IR" altLang="en-US" sz="2400" kern="0" dirty="0">
                <a:cs typeface="B Mitra" panose="00000400000000000000" pitchFamily="2" charset="-78"/>
              </a:rPr>
              <a:t>حالت های دیگری اضافه کنید که رخداد سمبل های پی در پی بعدی را تشخیص می دهند.</a:t>
            </a:r>
          </a:p>
          <a:p>
            <a:pPr lvl="1" eaLnBrk="1" hangingPunct="1">
              <a:lnSpc>
                <a:spcPct val="80000"/>
              </a:lnSpc>
              <a:defRPr/>
            </a:pPr>
            <a:r>
              <a:rPr lang="fa-IR" altLang="en-US" sz="2400" kern="0" dirty="0">
                <a:cs typeface="B Mitra" panose="00000400000000000000" pitchFamily="2" charset="-78"/>
              </a:rPr>
              <a:t>هرگاه میخواهید یک یال به گراف اضافه کنید، چک کنید که آیا این یال می تواند به یک حالتی که قبلا تعریف شده برود یا باید به یک حالت جدید برود.</a:t>
            </a:r>
          </a:p>
          <a:p>
            <a:pPr lvl="1" eaLnBrk="1" hangingPunct="1">
              <a:lnSpc>
                <a:spcPct val="80000"/>
              </a:lnSpc>
              <a:defRPr/>
            </a:pPr>
            <a:r>
              <a:rPr lang="fa-IR" altLang="en-US" sz="2400" kern="0" dirty="0">
                <a:cs typeface="B Mitra" panose="00000400000000000000" pitchFamily="2" charset="-78"/>
              </a:rPr>
              <a:t>گراف را با افزودن یالهایی که نشان دهنده عدم رخداد توالی درست است تکمیل کنید.</a:t>
            </a:r>
          </a:p>
          <a:p>
            <a:pPr lvl="1" eaLnBrk="1" hangingPunct="1">
              <a:lnSpc>
                <a:spcPct val="80000"/>
              </a:lnSpc>
              <a:defRPr/>
            </a:pPr>
            <a:r>
              <a:rPr lang="fa-IR" altLang="en-US" sz="2400" kern="0" dirty="0">
                <a:cs typeface="B Mitra" panose="00000400000000000000" pitchFamily="2" charset="-78"/>
              </a:rPr>
              <a:t>گراف حالتتان را چک کنید تا کامل باشد و یالهای تکراری نیز نداشته باشد.</a:t>
            </a:r>
          </a:p>
          <a:p>
            <a:pPr lvl="1" eaLnBrk="1" hangingPunct="1">
              <a:lnSpc>
                <a:spcPct val="80000"/>
              </a:lnSpc>
              <a:defRPr/>
            </a:pPr>
            <a:r>
              <a:rPr lang="fa-IR" altLang="en-US" sz="2400" kern="0" dirty="0">
                <a:cs typeface="B Mitra" panose="00000400000000000000" pitchFamily="2" charset="-78"/>
              </a:rPr>
              <a:t>وقتی گراف حالت تکمیل شد، آن را با اعمال توالی ورودی مرحله اول چک کنید تا توالی خروجی درست به دست آورید</a:t>
            </a:r>
          </a:p>
          <a:p>
            <a:pPr lvl="1" eaLnBrk="1" hangingPunct="1">
              <a:lnSpc>
                <a:spcPct val="80000"/>
              </a:lnSpc>
              <a:defRPr/>
            </a:pPr>
            <a:endParaRPr lang="en-US" altLang="en-US" sz="2400" kern="0" noProof="0" dirty="0">
              <a:latin typeface="Arial"/>
              <a:cs typeface="B Mitra" panose="00000400000000000000" pitchFamily="2" charset="-78"/>
            </a:endParaRPr>
          </a:p>
        </p:txBody>
      </p:sp>
    </p:spTree>
    <p:extLst>
      <p:ext uri="{BB962C8B-B14F-4D97-AF65-F5344CB8AC3E}">
        <p14:creationId xmlns:p14="http://schemas.microsoft.com/office/powerpoint/2010/main" val="1652288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animEffect transition="in" filter="box(in)">
                                      <p:cBhvr>
                                        <p:cTn id="7" dur="500"/>
                                        <p:tgtEl>
                                          <p:spTgt spid="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3">
                                            <p:txEl>
                                              <p:pRg st="1" end="1"/>
                                            </p:txEl>
                                          </p:spTgt>
                                        </p:tgtEl>
                                        <p:attrNameLst>
                                          <p:attrName>style.visibility</p:attrName>
                                        </p:attrNameLst>
                                      </p:cBhvr>
                                      <p:to>
                                        <p:strVal val="visible"/>
                                      </p:to>
                                    </p:set>
                                    <p:animEffect transition="in" filter="box(in)">
                                      <p:cBhvr>
                                        <p:cTn id="12" dur="500"/>
                                        <p:tgtEl>
                                          <p:spTgt spid="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3">
                                            <p:txEl>
                                              <p:pRg st="2" end="2"/>
                                            </p:txEl>
                                          </p:spTgt>
                                        </p:tgtEl>
                                        <p:attrNameLst>
                                          <p:attrName>style.visibility</p:attrName>
                                        </p:attrNameLst>
                                      </p:cBhvr>
                                      <p:to>
                                        <p:strVal val="visible"/>
                                      </p:to>
                                    </p:set>
                                    <p:animEffect transition="in" filter="box(in)">
                                      <p:cBhvr>
                                        <p:cTn id="17" dur="500"/>
                                        <p:tgtEl>
                                          <p:spTgt spid="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3">
                                            <p:txEl>
                                              <p:pRg st="3" end="3"/>
                                            </p:txEl>
                                          </p:spTgt>
                                        </p:tgtEl>
                                        <p:attrNameLst>
                                          <p:attrName>style.visibility</p:attrName>
                                        </p:attrNameLst>
                                      </p:cBhvr>
                                      <p:to>
                                        <p:strVal val="visible"/>
                                      </p:to>
                                    </p:set>
                                    <p:animEffect transition="in" filter="box(in)">
                                      <p:cBhvr>
                                        <p:cTn id="22" dur="500"/>
                                        <p:tgtEl>
                                          <p:spTgt spid="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3">
                                            <p:txEl>
                                              <p:pRg st="4" end="4"/>
                                            </p:txEl>
                                          </p:spTgt>
                                        </p:tgtEl>
                                        <p:attrNameLst>
                                          <p:attrName>style.visibility</p:attrName>
                                        </p:attrNameLst>
                                      </p:cBhvr>
                                      <p:to>
                                        <p:strVal val="visible"/>
                                      </p:to>
                                    </p:set>
                                    <p:animEffect transition="in" filter="box(in)">
                                      <p:cBhvr>
                                        <p:cTn id="27" dur="500"/>
                                        <p:tgtEl>
                                          <p:spTgt spid="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3">
                                            <p:txEl>
                                              <p:pRg st="5" end="5"/>
                                            </p:txEl>
                                          </p:spTgt>
                                        </p:tgtEl>
                                        <p:attrNameLst>
                                          <p:attrName>style.visibility</p:attrName>
                                        </p:attrNameLst>
                                      </p:cBhvr>
                                      <p:to>
                                        <p:strVal val="visible"/>
                                      </p:to>
                                    </p:set>
                                    <p:animEffect transition="in" filter="box(in)">
                                      <p:cBhvr>
                                        <p:cTn id="32" dur="500"/>
                                        <p:tgtEl>
                                          <p:spTgt spid="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3">
                                            <p:txEl>
                                              <p:pRg st="6" end="6"/>
                                            </p:txEl>
                                          </p:spTgt>
                                        </p:tgtEl>
                                        <p:attrNameLst>
                                          <p:attrName>style.visibility</p:attrName>
                                        </p:attrNameLst>
                                      </p:cBhvr>
                                      <p:to>
                                        <p:strVal val="visible"/>
                                      </p:to>
                                    </p:set>
                                    <p:animEffect transition="in" filter="box(in)">
                                      <p:cBhvr>
                                        <p:cTn id="37" dur="500"/>
                                        <p:tgtEl>
                                          <p:spTgt spid="6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3">
                                            <p:txEl>
                                              <p:pRg st="7" end="7"/>
                                            </p:txEl>
                                          </p:spTgt>
                                        </p:tgtEl>
                                        <p:attrNameLst>
                                          <p:attrName>style.visibility</p:attrName>
                                        </p:attrNameLst>
                                      </p:cBhvr>
                                      <p:to>
                                        <p:strVal val="visible"/>
                                      </p:to>
                                    </p:set>
                                    <p:animEffect transition="in" filter="box(in)">
                                      <p:cBhvr>
                                        <p:cTn id="42" dur="500"/>
                                        <p:tgtEl>
                                          <p:spTgt spid="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Sequence Detector</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9</a:t>
            </a:fld>
            <a:endParaRPr lang="en-US" dirty="0">
              <a:solidFill>
                <a:srgbClr val="000000"/>
              </a:solidFill>
            </a:endParaRPr>
          </a:p>
        </p:txBody>
      </p:sp>
      <p:sp>
        <p:nvSpPr>
          <p:cNvPr id="9" name="Rectangle 3"/>
          <p:cNvSpPr txBox="1">
            <a:spLocks noChangeArrowheads="1"/>
          </p:cNvSpPr>
          <p:nvPr/>
        </p:nvSpPr>
        <p:spPr bwMode="auto">
          <a:xfrm>
            <a:off x="971550" y="1323975"/>
            <a:ext cx="7486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kumimoji="0" lang="en-US" altLang="en-US" sz="3200" b="1" i="0" u="none" strike="noStrike" kern="0" cap="none" spc="0" normalizeH="0" baseline="0" noProof="0">
                <a:ln>
                  <a:noFill/>
                </a:ln>
                <a:solidFill>
                  <a:srgbClr val="FF5050"/>
                </a:solidFill>
                <a:effectLst/>
                <a:uLnTx/>
                <a:uFillTx/>
                <a:latin typeface="Arial"/>
                <a:ea typeface="+mn-ea"/>
                <a:cs typeface="Zar"/>
              </a:rPr>
              <a:t>101 Sequence Detector</a:t>
            </a:r>
          </a:p>
        </p:txBody>
      </p:sp>
      <p:pic>
        <p:nvPicPr>
          <p:cNvPr id="10" name="Picture 4" descr="roth+f14-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54275"/>
            <a:ext cx="4103687"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Group 101"/>
          <p:cNvGraphicFramePr>
            <a:graphicFrameLocks noGrp="1"/>
          </p:cNvGraphicFramePr>
          <p:nvPr/>
        </p:nvGraphicFramePr>
        <p:xfrm>
          <a:off x="431800" y="4829175"/>
          <a:ext cx="8331200" cy="1343025"/>
        </p:xfrm>
        <a:graphic>
          <a:graphicData uri="http://schemas.openxmlformats.org/drawingml/2006/table">
            <a:tbl>
              <a:tblPr/>
              <a:tblGrid>
                <a:gridCol w="747713">
                  <a:extLst>
                    <a:ext uri="{9D8B030D-6E8A-4147-A177-3AD203B41FA5}">
                      <a16:colId xmlns:a16="http://schemas.microsoft.com/office/drawing/2014/main" val="20000"/>
                    </a:ext>
                  </a:extLst>
                </a:gridCol>
                <a:gridCol w="471487">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73075">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73075">
                  <a:extLst>
                    <a:ext uri="{9D8B030D-6E8A-4147-A177-3AD203B41FA5}">
                      <a16:colId xmlns:a16="http://schemas.microsoft.com/office/drawing/2014/main" val="20006"/>
                    </a:ext>
                  </a:extLst>
                </a:gridCol>
                <a:gridCol w="468313">
                  <a:extLst>
                    <a:ext uri="{9D8B030D-6E8A-4147-A177-3AD203B41FA5}">
                      <a16:colId xmlns:a16="http://schemas.microsoft.com/office/drawing/2014/main" val="20007"/>
                    </a:ext>
                  </a:extLst>
                </a:gridCol>
                <a:gridCol w="471487">
                  <a:extLst>
                    <a:ext uri="{9D8B030D-6E8A-4147-A177-3AD203B41FA5}">
                      <a16:colId xmlns:a16="http://schemas.microsoft.com/office/drawing/2014/main" val="20008"/>
                    </a:ext>
                  </a:extLst>
                </a:gridCol>
                <a:gridCol w="471488">
                  <a:extLst>
                    <a:ext uri="{9D8B030D-6E8A-4147-A177-3AD203B41FA5}">
                      <a16:colId xmlns:a16="http://schemas.microsoft.com/office/drawing/2014/main" val="20009"/>
                    </a:ext>
                  </a:extLst>
                </a:gridCol>
                <a:gridCol w="471487">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71488">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88950">
                  <a:extLst>
                    <a:ext uri="{9D8B030D-6E8A-4147-A177-3AD203B41FA5}">
                      <a16:colId xmlns:a16="http://schemas.microsoft.com/office/drawing/2014/main" val="20015"/>
                    </a:ext>
                  </a:extLst>
                </a:gridCol>
                <a:gridCol w="503237">
                  <a:extLst>
                    <a:ext uri="{9D8B030D-6E8A-4147-A177-3AD203B41FA5}">
                      <a16:colId xmlns:a16="http://schemas.microsoft.com/office/drawing/2014/main" val="20016"/>
                    </a:ext>
                  </a:extLst>
                </a:gridCol>
              </a:tblGrid>
              <a:tr h="447675">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dirty="0">
                          <a:ln>
                            <a:noFill/>
                          </a:ln>
                          <a:solidFill>
                            <a:schemeClr val="tx1"/>
                          </a:solidFill>
                          <a:effectLst/>
                          <a:latin typeface="Times New Roman" pitchFamily="18" charset="0"/>
                          <a:ea typeface="Gulim" pitchFamily="34" charset="-127"/>
                          <a:cs typeface="Zar" pitchFamily="2" charset="-78"/>
                        </a:rPr>
                        <a:t>X    =</a:t>
                      </a:r>
                    </a:p>
                  </a:txBody>
                  <a:tcPr horzOverflow="overflow">
                    <a:lnL cap="flat">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dirty="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47675">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Z    =</a:t>
                      </a:r>
                    </a:p>
                  </a:txBody>
                  <a:tcPr horzOverflow="overflow">
                    <a:lnL cap="flat">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47675">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dirty="0">
                          <a:ln>
                            <a:noFill/>
                          </a:ln>
                          <a:solidFill>
                            <a:schemeClr val="tx1"/>
                          </a:solidFill>
                          <a:effectLst/>
                          <a:latin typeface="Times New Roman" pitchFamily="18" charset="0"/>
                          <a:ea typeface="Gulim" pitchFamily="34" charset="-127"/>
                          <a:cs typeface="Zar" pitchFamily="2" charset="-78"/>
                        </a:rPr>
                        <a:t>(time:</a:t>
                      </a:r>
                    </a:p>
                  </a:txBody>
                  <a:tcPr horzOverflow="overflow">
                    <a:lnL cap="flat">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0</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2</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dirty="0">
                          <a:ln>
                            <a:noFill/>
                          </a:ln>
                          <a:solidFill>
                            <a:schemeClr val="tx1"/>
                          </a:solidFill>
                          <a:effectLst/>
                          <a:latin typeface="Times New Roman" pitchFamily="18" charset="0"/>
                          <a:ea typeface="Gulim" pitchFamily="34" charset="-127"/>
                          <a:cs typeface="Zar" pitchFamily="2" charset="-78"/>
                        </a:rPr>
                        <a:t>3</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4</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5</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6</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7</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8</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9</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10</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11</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12</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13</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14</a:t>
                      </a:r>
                    </a:p>
                  </a:txBody>
                  <a:tcPr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Zar"/>
                        </a:defRPr>
                      </a:lvl1pPr>
                      <a:lvl2pPr marL="457200" algn="l" defTabSz="914400" rtl="0" eaLnBrk="1" latinLnBrk="0" hangingPunct="1">
                        <a:defRPr sz="1800" kern="1200">
                          <a:solidFill>
                            <a:schemeClr val="tx1"/>
                          </a:solidFill>
                          <a:latin typeface="Arial"/>
                          <a:cs typeface="Zar"/>
                        </a:defRPr>
                      </a:lvl2pPr>
                      <a:lvl3pPr marL="914400" algn="l" defTabSz="914400" rtl="0" eaLnBrk="1" latinLnBrk="0" hangingPunct="1">
                        <a:defRPr sz="1800" kern="1200">
                          <a:solidFill>
                            <a:schemeClr val="tx1"/>
                          </a:solidFill>
                          <a:latin typeface="Arial"/>
                          <a:cs typeface="Zar"/>
                        </a:defRPr>
                      </a:lvl3pPr>
                      <a:lvl4pPr marL="1371600" algn="l" defTabSz="914400" rtl="0" eaLnBrk="1" latinLnBrk="0" hangingPunct="1">
                        <a:defRPr sz="1800" kern="1200">
                          <a:solidFill>
                            <a:schemeClr val="tx1"/>
                          </a:solidFill>
                          <a:latin typeface="Arial"/>
                          <a:cs typeface="Zar"/>
                        </a:defRPr>
                      </a:lvl4pPr>
                      <a:lvl5pPr marL="1828800" algn="l" defTabSz="914400" rtl="0" eaLnBrk="1" latinLnBrk="0" hangingPunct="1">
                        <a:defRPr sz="1800" kern="1200">
                          <a:solidFill>
                            <a:schemeClr val="tx1"/>
                          </a:solidFill>
                          <a:latin typeface="Arial"/>
                          <a:cs typeface="Zar"/>
                        </a:defRPr>
                      </a:lvl5pPr>
                      <a:lvl6pPr marL="2286000" algn="l" defTabSz="914400" rtl="0" eaLnBrk="1" latinLnBrk="0" hangingPunct="1">
                        <a:defRPr sz="1800" kern="1200">
                          <a:solidFill>
                            <a:schemeClr val="tx1"/>
                          </a:solidFill>
                          <a:latin typeface="Arial"/>
                          <a:cs typeface="Zar"/>
                        </a:defRPr>
                      </a:lvl6pPr>
                      <a:lvl7pPr marL="2743200" algn="l" defTabSz="914400" rtl="0" eaLnBrk="1" latinLnBrk="0" hangingPunct="1">
                        <a:defRPr sz="1800" kern="1200">
                          <a:solidFill>
                            <a:schemeClr val="tx1"/>
                          </a:solidFill>
                          <a:latin typeface="Arial"/>
                          <a:cs typeface="Zar"/>
                        </a:defRPr>
                      </a:lvl7pPr>
                      <a:lvl8pPr marL="3200400" algn="l" defTabSz="914400" rtl="0" eaLnBrk="1" latinLnBrk="0" hangingPunct="1">
                        <a:defRPr sz="1800" kern="1200">
                          <a:solidFill>
                            <a:schemeClr val="tx1"/>
                          </a:solidFill>
                          <a:latin typeface="Arial"/>
                          <a:cs typeface="Zar"/>
                        </a:defRPr>
                      </a:lvl8pPr>
                      <a:lvl9pPr marL="3657600" algn="l" defTabSz="914400" rtl="0" eaLnBrk="1" latinLnBrk="0" hangingPunct="1">
                        <a:defRPr sz="1800" kern="1200">
                          <a:solidFill>
                            <a:schemeClr val="tx1"/>
                          </a:solidFill>
                          <a:latin typeface="Arial"/>
                          <a:cs typeface="Zar"/>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ko-KR" sz="1600" b="1" i="0" u="none" strike="noStrike" cap="none" normalizeH="0" baseline="0">
                          <a:ln>
                            <a:noFill/>
                          </a:ln>
                          <a:solidFill>
                            <a:schemeClr val="tx1"/>
                          </a:solidFill>
                          <a:effectLst/>
                          <a:latin typeface="Times New Roman" pitchFamily="18" charset="0"/>
                          <a:ea typeface="Gulim" pitchFamily="34" charset="-127"/>
                          <a:cs typeface="Zar" pitchFamily="2" charset="-78"/>
                        </a:rPr>
                        <a:t>15)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4381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altLang="en-US" sz="4000" dirty="0"/>
              <a:t>Design of 101 Sequence Detector</a:t>
            </a:r>
            <a:endParaRPr lang="en-US" sz="4000"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10</a:t>
            </a:fld>
            <a:endParaRPr lang="en-US" dirty="0">
              <a:solidFill>
                <a:srgbClr val="000000"/>
              </a:solidFill>
            </a:endParaRPr>
          </a:p>
        </p:txBody>
      </p:sp>
      <p:sp>
        <p:nvSpPr>
          <p:cNvPr id="8" name="Text Box 5">
            <a:extLst>
              <a:ext uri="{FF2B5EF4-FFF2-40B4-BE49-F238E27FC236}">
                <a16:creationId xmlns:a16="http://schemas.microsoft.com/office/drawing/2014/main" id="{4E189B85-DC0A-AE41-BA34-34D9EE20D075}"/>
              </a:ext>
            </a:extLst>
          </p:cNvPr>
          <p:cNvSpPr txBox="1">
            <a:spLocks noChangeArrowheads="1"/>
          </p:cNvSpPr>
          <p:nvPr/>
        </p:nvSpPr>
        <p:spPr bwMode="auto">
          <a:xfrm>
            <a:off x="696595" y="1384518"/>
            <a:ext cx="244792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0</a:t>
            </a:r>
            <a:r>
              <a:rPr lang="en-US" altLang="en-US" sz="2800" dirty="0">
                <a:solidFill>
                  <a:srgbClr val="000000"/>
                </a:solidFill>
                <a:ea typeface="+mn-ea"/>
              </a:rPr>
              <a:t>: start </a:t>
            </a:r>
          </a:p>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1</a:t>
            </a:r>
            <a:r>
              <a:rPr lang="en-US" altLang="en-US" sz="2800" dirty="0">
                <a:solidFill>
                  <a:srgbClr val="000000"/>
                </a:solidFill>
                <a:ea typeface="+mn-ea"/>
              </a:rPr>
              <a:t>: got 1 </a:t>
            </a:r>
          </a:p>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2</a:t>
            </a:r>
            <a:r>
              <a:rPr lang="en-US" altLang="en-US" sz="2800" dirty="0">
                <a:solidFill>
                  <a:srgbClr val="000000"/>
                </a:solidFill>
                <a:ea typeface="+mn-ea"/>
              </a:rPr>
              <a:t>: got 10 </a:t>
            </a:r>
          </a:p>
        </p:txBody>
      </p:sp>
    </p:spTree>
    <p:extLst>
      <p:ext uri="{BB962C8B-B14F-4D97-AF65-F5344CB8AC3E}">
        <p14:creationId xmlns:p14="http://schemas.microsoft.com/office/powerpoint/2010/main" val="357800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altLang="en-US" sz="4000" dirty="0"/>
              <a:t>Design of 101 Sequence Detector</a:t>
            </a:r>
            <a:endParaRPr lang="en-US" sz="4000"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11</a:t>
            </a:fld>
            <a:endParaRPr lang="en-US" dirty="0">
              <a:solidFill>
                <a:srgbClr val="000000"/>
              </a:solidFill>
            </a:endParaRPr>
          </a:p>
        </p:txBody>
      </p:sp>
      <p:sp>
        <p:nvSpPr>
          <p:cNvPr id="13" name="Rectangle 3"/>
          <p:cNvSpPr txBox="1">
            <a:spLocks noChangeArrowheads="1"/>
          </p:cNvSpPr>
          <p:nvPr/>
        </p:nvSpPr>
        <p:spPr bwMode="auto">
          <a:xfrm>
            <a:off x="603250" y="1219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eaLnBrk="1" hangingPunct="1"/>
            <a:r>
              <a:rPr lang="en-US" altLang="en-US" dirty="0"/>
              <a:t>State Diagram (final):</a:t>
            </a:r>
          </a:p>
        </p:txBody>
      </p:sp>
      <p:pic>
        <p:nvPicPr>
          <p:cNvPr id="20" name="Picture 6" descr="roth+f14-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175" y="2362200"/>
            <a:ext cx="5005388"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a:extLst>
              <a:ext uri="{FF2B5EF4-FFF2-40B4-BE49-F238E27FC236}">
                <a16:creationId xmlns:a16="http://schemas.microsoft.com/office/drawing/2014/main" id="{2AB717AD-B390-6B4F-8A85-A490FC2C0139}"/>
              </a:ext>
            </a:extLst>
          </p:cNvPr>
          <p:cNvSpPr txBox="1">
            <a:spLocks noChangeArrowheads="1"/>
          </p:cNvSpPr>
          <p:nvPr/>
        </p:nvSpPr>
        <p:spPr bwMode="auto">
          <a:xfrm>
            <a:off x="593090" y="2822158"/>
            <a:ext cx="244792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0</a:t>
            </a:r>
            <a:r>
              <a:rPr lang="en-US" altLang="en-US" sz="2800" dirty="0">
                <a:solidFill>
                  <a:srgbClr val="000000"/>
                </a:solidFill>
                <a:ea typeface="+mn-ea"/>
              </a:rPr>
              <a:t>: start </a:t>
            </a:r>
          </a:p>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1</a:t>
            </a:r>
            <a:r>
              <a:rPr lang="en-US" altLang="en-US" sz="2800" dirty="0">
                <a:solidFill>
                  <a:srgbClr val="000000"/>
                </a:solidFill>
                <a:ea typeface="+mn-ea"/>
              </a:rPr>
              <a:t>: got 1 </a:t>
            </a:r>
          </a:p>
          <a:p>
            <a:pPr eaLnBrk="1" hangingPunct="1">
              <a:spcBef>
                <a:spcPct val="50000"/>
              </a:spcBef>
            </a:pPr>
            <a:r>
              <a:rPr lang="en-US" altLang="en-US" sz="2800" dirty="0">
                <a:solidFill>
                  <a:srgbClr val="000000"/>
                </a:solidFill>
                <a:ea typeface="+mn-ea"/>
              </a:rPr>
              <a:t>S</a:t>
            </a:r>
            <a:r>
              <a:rPr lang="en-US" altLang="en-US" sz="2800" baseline="-25000" dirty="0">
                <a:solidFill>
                  <a:srgbClr val="000000"/>
                </a:solidFill>
                <a:ea typeface="+mn-ea"/>
              </a:rPr>
              <a:t>2</a:t>
            </a:r>
            <a:r>
              <a:rPr lang="en-US" altLang="en-US" sz="2800" dirty="0">
                <a:solidFill>
                  <a:srgbClr val="000000"/>
                </a:solidFill>
                <a:ea typeface="+mn-ea"/>
              </a:rPr>
              <a:t>: got 10 </a:t>
            </a:r>
          </a:p>
        </p:txBody>
      </p:sp>
    </p:spTree>
    <p:extLst>
      <p:ext uri="{BB962C8B-B14F-4D97-AF65-F5344CB8AC3E}">
        <p14:creationId xmlns:p14="http://schemas.microsoft.com/office/powerpoint/2010/main" val="340890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2</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12</a:t>
            </a:fld>
            <a:endParaRPr lang="en-US" dirty="0">
              <a:solidFill>
                <a:srgbClr val="000000"/>
              </a:solidFill>
            </a:endParaRPr>
          </a:p>
        </p:txBody>
      </p:sp>
      <p:sp>
        <p:nvSpPr>
          <p:cNvPr id="9" name="Rectangle 3"/>
          <p:cNvSpPr txBox="1">
            <a:spLocks noChangeArrowheads="1"/>
          </p:cNvSpPr>
          <p:nvPr/>
        </p:nvSpPr>
        <p:spPr bwMode="auto">
          <a:xfrm>
            <a:off x="971550" y="1219200"/>
            <a:ext cx="7486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3200" kern="0" dirty="0">
                <a:latin typeface="Arial"/>
                <a:cs typeface="Zar"/>
              </a:rPr>
              <a:t>Sequence Detector: 1100…00</a:t>
            </a:r>
            <a:r>
              <a:rPr kumimoji="0" lang="en-US" altLang="en-US" sz="3200" b="1" i="0" u="none" strike="noStrike" kern="0" cap="none" spc="0" normalizeH="0" baseline="0" noProof="0" dirty="0">
                <a:ln>
                  <a:noFill/>
                </a:ln>
                <a:solidFill>
                  <a:srgbClr val="FF5050"/>
                </a:solidFill>
                <a:effectLst/>
                <a:uLnTx/>
                <a:uFillTx/>
                <a:latin typeface="Arial"/>
                <a:ea typeface="+mn-ea"/>
                <a:cs typeface="Zar"/>
              </a:rPr>
              <a:t>10</a:t>
            </a:r>
          </a:p>
        </p:txBody>
      </p:sp>
      <p:pic>
        <p:nvPicPr>
          <p:cNvPr id="10" name="Picture 4" descr="roth+f14-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087687"/>
            <a:ext cx="4103687"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eft Brace 5">
            <a:extLst>
              <a:ext uri="{FF2B5EF4-FFF2-40B4-BE49-F238E27FC236}">
                <a16:creationId xmlns:a16="http://schemas.microsoft.com/office/drawing/2014/main" id="{4C64D9BF-A240-4941-BC4C-F908F31AE3C2}"/>
              </a:ext>
            </a:extLst>
          </p:cNvPr>
          <p:cNvSpPr/>
          <p:nvPr/>
        </p:nvSpPr>
        <p:spPr bwMode="auto">
          <a:xfrm rot="16200000">
            <a:off x="6739890" y="1316673"/>
            <a:ext cx="304800" cy="1257300"/>
          </a:xfrm>
          <a:prstGeom prst="lef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64" charset="-128"/>
            </a:endParaRPr>
          </a:p>
        </p:txBody>
      </p:sp>
      <p:sp>
        <p:nvSpPr>
          <p:cNvPr id="12" name="Text Box 5">
            <a:extLst>
              <a:ext uri="{FF2B5EF4-FFF2-40B4-BE49-F238E27FC236}">
                <a16:creationId xmlns:a16="http://schemas.microsoft.com/office/drawing/2014/main" id="{A895AD55-D333-6E4A-9C48-3389180C944B}"/>
              </a:ext>
            </a:extLst>
          </p:cNvPr>
          <p:cNvSpPr txBox="1">
            <a:spLocks noChangeArrowheads="1"/>
          </p:cNvSpPr>
          <p:nvPr/>
        </p:nvSpPr>
        <p:spPr bwMode="auto">
          <a:xfrm>
            <a:off x="5867400" y="2071687"/>
            <a:ext cx="2590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fa-IR" altLang="en-US" sz="2800" dirty="0">
                <a:solidFill>
                  <a:srgbClr val="000000"/>
                </a:solidFill>
                <a:latin typeface="B Mitra" pitchFamily="2" charset="-78"/>
                <a:ea typeface="+mn-ea"/>
                <a:cs typeface="B Mitra" pitchFamily="2" charset="-78"/>
              </a:rPr>
              <a:t>زوج بزرگتر از صفر</a:t>
            </a:r>
            <a:endParaRPr lang="en-US" altLang="en-US" sz="2800" dirty="0">
              <a:solidFill>
                <a:srgbClr val="000000"/>
              </a:solidFill>
              <a:latin typeface="B Mitra" pitchFamily="2" charset="-78"/>
              <a:ea typeface="+mn-ea"/>
              <a:cs typeface="B Mitra" pitchFamily="2" charset="-78"/>
            </a:endParaRPr>
          </a:p>
        </p:txBody>
      </p:sp>
    </p:spTree>
    <p:extLst>
      <p:ext uri="{BB962C8B-B14F-4D97-AF65-F5344CB8AC3E}">
        <p14:creationId xmlns:p14="http://schemas.microsoft.com/office/powerpoint/2010/main" val="3654668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altLang="en-US" sz="4000" dirty="0"/>
              <a:t>Example 2: 1100…0010</a:t>
            </a:r>
            <a:endParaRPr lang="en-US" sz="4000"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13</a:t>
            </a:fld>
            <a:endParaRPr lang="en-US" dirty="0">
              <a:solidFill>
                <a:srgbClr val="000000"/>
              </a:solidFill>
            </a:endParaRPr>
          </a:p>
        </p:txBody>
      </p:sp>
      <p:sp>
        <p:nvSpPr>
          <p:cNvPr id="8" name="Text Box 5">
            <a:extLst>
              <a:ext uri="{FF2B5EF4-FFF2-40B4-BE49-F238E27FC236}">
                <a16:creationId xmlns:a16="http://schemas.microsoft.com/office/drawing/2014/main" id="{4E189B85-DC0A-AE41-BA34-34D9EE20D075}"/>
              </a:ext>
            </a:extLst>
          </p:cNvPr>
          <p:cNvSpPr txBox="1">
            <a:spLocks noChangeArrowheads="1"/>
          </p:cNvSpPr>
          <p:nvPr/>
        </p:nvSpPr>
        <p:spPr bwMode="auto">
          <a:xfrm>
            <a:off x="304800" y="1309686"/>
            <a:ext cx="3646805"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0</a:t>
            </a:r>
            <a:r>
              <a:rPr lang="en-US" altLang="en-US" sz="1600" dirty="0">
                <a:solidFill>
                  <a:srgbClr val="000000"/>
                </a:solidFill>
                <a:ea typeface="+mn-ea"/>
              </a:rPr>
              <a:t>: start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1</a:t>
            </a:r>
            <a:r>
              <a:rPr lang="en-US" altLang="en-US" sz="1600" dirty="0">
                <a:solidFill>
                  <a:srgbClr val="000000"/>
                </a:solidFill>
                <a:ea typeface="+mn-ea"/>
              </a:rPr>
              <a:t>: got 1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2</a:t>
            </a:r>
            <a:r>
              <a:rPr lang="en-US" altLang="en-US" sz="1600" dirty="0">
                <a:solidFill>
                  <a:srgbClr val="000000"/>
                </a:solidFill>
                <a:ea typeface="+mn-ea"/>
              </a:rPr>
              <a:t>: got 11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3</a:t>
            </a:r>
            <a:r>
              <a:rPr lang="en-US" altLang="en-US" sz="1600" dirty="0">
                <a:solidFill>
                  <a:srgbClr val="000000"/>
                </a:solidFill>
                <a:ea typeface="+mn-ea"/>
              </a:rPr>
              <a:t>: got 11 &amp; odd 0 / 0</a:t>
            </a:r>
          </a:p>
          <a:p>
            <a:pPr eaLnBrk="1" hangingPunct="1">
              <a:spcBef>
                <a:spcPct val="50000"/>
              </a:spcBef>
            </a:pPr>
            <a:r>
              <a:rPr lang="en-US" altLang="en-US" sz="1600" dirty="0">
                <a:solidFill>
                  <a:srgbClr val="000000"/>
                </a:solidFill>
              </a:rPr>
              <a:t>S</a:t>
            </a:r>
            <a:r>
              <a:rPr lang="en-US" altLang="en-US" sz="1600" baseline="-25000" dirty="0">
                <a:solidFill>
                  <a:srgbClr val="000000"/>
                </a:solidFill>
              </a:rPr>
              <a:t>4</a:t>
            </a:r>
            <a:r>
              <a:rPr lang="en-US" altLang="en-US" sz="1600" dirty="0">
                <a:solidFill>
                  <a:srgbClr val="000000"/>
                </a:solidFill>
              </a:rPr>
              <a:t>: got 11 &amp; even 0 &gt;= 2 / 0</a:t>
            </a:r>
          </a:p>
          <a:p>
            <a:pPr eaLnBrk="1" hangingPunct="1">
              <a:spcBef>
                <a:spcPct val="50000"/>
              </a:spcBef>
            </a:pPr>
            <a:r>
              <a:rPr lang="en-US" altLang="en-US" sz="1600" dirty="0">
                <a:solidFill>
                  <a:srgbClr val="000000"/>
                </a:solidFill>
              </a:rPr>
              <a:t>S</a:t>
            </a:r>
            <a:r>
              <a:rPr lang="en-US" altLang="en-US" sz="1600" baseline="-25000" dirty="0">
                <a:solidFill>
                  <a:srgbClr val="000000"/>
                </a:solidFill>
              </a:rPr>
              <a:t>5</a:t>
            </a:r>
            <a:r>
              <a:rPr lang="en-US" altLang="en-US" sz="1600" dirty="0">
                <a:solidFill>
                  <a:srgbClr val="000000"/>
                </a:solidFill>
              </a:rPr>
              <a:t>: got 11 &amp; even 0 &amp; 1 / 0</a:t>
            </a:r>
          </a:p>
          <a:p>
            <a:pPr eaLnBrk="1" hangingPunct="1">
              <a:spcBef>
                <a:spcPct val="50000"/>
              </a:spcBef>
            </a:pPr>
            <a:r>
              <a:rPr lang="en-US" altLang="en-US" sz="1600" dirty="0">
                <a:solidFill>
                  <a:srgbClr val="000000"/>
                </a:solidFill>
              </a:rPr>
              <a:t>S</a:t>
            </a:r>
            <a:r>
              <a:rPr lang="en-US" altLang="en-US" sz="1600" baseline="-25000" dirty="0">
                <a:solidFill>
                  <a:srgbClr val="000000"/>
                </a:solidFill>
              </a:rPr>
              <a:t>6</a:t>
            </a:r>
            <a:r>
              <a:rPr lang="en-US" altLang="en-US" sz="1600" dirty="0">
                <a:solidFill>
                  <a:srgbClr val="000000"/>
                </a:solidFill>
              </a:rPr>
              <a:t>: got 11 &amp; even 0 &amp; 10 / 1</a:t>
            </a:r>
          </a:p>
          <a:p>
            <a:pPr eaLnBrk="1" hangingPunct="1">
              <a:spcBef>
                <a:spcPct val="50000"/>
              </a:spcBef>
            </a:pPr>
            <a:endParaRPr lang="en-US" altLang="en-US" sz="1600" dirty="0">
              <a:solidFill>
                <a:srgbClr val="000000"/>
              </a:solidFill>
            </a:endParaRP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5203826E-EC7A-314F-85A7-E458E53B7209}"/>
                  </a:ext>
                </a:extLst>
              </p14:cNvPr>
              <p14:cNvContentPartPr/>
              <p14:nvPr/>
            </p14:nvContentPartPr>
            <p14:xfrm>
              <a:off x="2239560" y="1222560"/>
              <a:ext cx="5352480" cy="4956120"/>
            </p14:xfrm>
          </p:contentPart>
        </mc:Choice>
        <mc:Fallback xmlns="">
          <p:pic>
            <p:nvPicPr>
              <p:cNvPr id="6" name="Ink 5">
                <a:extLst>
                  <a:ext uri="{FF2B5EF4-FFF2-40B4-BE49-F238E27FC236}">
                    <a16:creationId xmlns:a16="http://schemas.microsoft.com/office/drawing/2014/main" id="{5203826E-EC7A-314F-85A7-E458E53B7209}"/>
                  </a:ext>
                </a:extLst>
              </p:cNvPr>
              <p:cNvPicPr/>
              <p:nvPr/>
            </p:nvPicPr>
            <p:blipFill>
              <a:blip r:embed="rId3"/>
              <a:stretch>
                <a:fillRect/>
              </a:stretch>
            </p:blipFill>
            <p:spPr>
              <a:xfrm>
                <a:off x="2230200" y="1213200"/>
                <a:ext cx="5371200" cy="4974840"/>
              </a:xfrm>
              <a:prstGeom prst="rect">
                <a:avLst/>
              </a:prstGeom>
            </p:spPr>
          </p:pic>
        </mc:Fallback>
      </mc:AlternateContent>
    </p:spTree>
    <p:extLst>
      <p:ext uri="{BB962C8B-B14F-4D97-AF65-F5344CB8AC3E}">
        <p14:creationId xmlns:p14="http://schemas.microsoft.com/office/powerpoint/2010/main" val="136758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3</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14</a:t>
            </a:fld>
            <a:endParaRPr lang="en-US" dirty="0">
              <a:solidFill>
                <a:srgbClr val="000000"/>
              </a:solidFill>
            </a:endParaRPr>
          </a:p>
        </p:txBody>
      </p:sp>
      <p:sp>
        <p:nvSpPr>
          <p:cNvPr id="9" name="Rectangle 3"/>
          <p:cNvSpPr txBox="1">
            <a:spLocks noChangeArrowheads="1"/>
          </p:cNvSpPr>
          <p:nvPr/>
        </p:nvSpPr>
        <p:spPr bwMode="auto">
          <a:xfrm>
            <a:off x="971550" y="1219199"/>
            <a:ext cx="7486650" cy="2513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2800" b="0" kern="0" dirty="0">
                <a:solidFill>
                  <a:schemeClr val="accent6">
                    <a:lumMod val="75000"/>
                  </a:schemeClr>
                </a:solidFill>
                <a:latin typeface="Arial"/>
                <a:cs typeface="Zar"/>
              </a:rPr>
              <a:t>Wait for Start = ‘1’,</a:t>
            </a:r>
          </a:p>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2800" b="0" kern="0" dirty="0">
                <a:solidFill>
                  <a:schemeClr val="accent6">
                    <a:lumMod val="75000"/>
                  </a:schemeClr>
                </a:solidFill>
                <a:latin typeface="Arial"/>
                <a:cs typeface="Zar"/>
              </a:rPr>
              <a:t>Then search for: 11001,</a:t>
            </a:r>
          </a:p>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kumimoji="0" lang="en-US" altLang="en-US" sz="2800" b="0" i="0" u="none" strike="noStrike" kern="0" cap="none" spc="0" normalizeH="0" baseline="0" noProof="0" dirty="0">
                <a:ln>
                  <a:noFill/>
                </a:ln>
                <a:solidFill>
                  <a:schemeClr val="accent6">
                    <a:lumMod val="75000"/>
                  </a:schemeClr>
                </a:solidFill>
                <a:effectLst/>
                <a:uLnTx/>
                <a:uFillTx/>
                <a:latin typeface="Arial"/>
                <a:ea typeface="+mn-ea"/>
                <a:cs typeface="Zar"/>
              </a:rPr>
              <a:t>When found, wait for “start” again</a:t>
            </a:r>
          </a:p>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2800" b="0" kern="0" dirty="0">
                <a:solidFill>
                  <a:schemeClr val="accent6">
                    <a:lumMod val="75000"/>
                  </a:schemeClr>
                </a:solidFill>
                <a:latin typeface="Arial"/>
                <a:cs typeface="Zar"/>
              </a:rPr>
              <a:t>Whenever Stop=‘1’ stop searching and continue when Stop=‘0’</a:t>
            </a:r>
            <a:endParaRPr kumimoji="0" lang="en-US" altLang="en-US" sz="2800" b="0" i="0" u="none" strike="noStrike" kern="0" cap="none" spc="0" normalizeH="0" baseline="0" noProof="0" dirty="0">
              <a:ln>
                <a:noFill/>
              </a:ln>
              <a:solidFill>
                <a:schemeClr val="accent6">
                  <a:lumMod val="75000"/>
                </a:schemeClr>
              </a:solidFill>
              <a:effectLst/>
              <a:uLnTx/>
              <a:uFillTx/>
              <a:latin typeface="Arial"/>
              <a:cs typeface="Zar"/>
            </a:endParaRPr>
          </a:p>
        </p:txBody>
      </p:sp>
      <p:pic>
        <p:nvPicPr>
          <p:cNvPr id="10" name="Picture 4" descr="roth+f14-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4194175"/>
            <a:ext cx="4103687"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Arrow Connector 6">
            <a:extLst>
              <a:ext uri="{FF2B5EF4-FFF2-40B4-BE49-F238E27FC236}">
                <a16:creationId xmlns:a16="http://schemas.microsoft.com/office/drawing/2014/main" id="{C8139778-C8E4-FB47-897E-AD743F6581D3}"/>
              </a:ext>
            </a:extLst>
          </p:cNvPr>
          <p:cNvCxnSpPr>
            <a:cxnSpLocks/>
          </p:cNvCxnSpPr>
          <p:nvPr/>
        </p:nvCxnSpPr>
        <p:spPr bwMode="auto">
          <a:xfrm>
            <a:off x="2971800" y="4992688"/>
            <a:ext cx="762000" cy="0"/>
          </a:xfrm>
          <a:prstGeom prst="straightConnector1">
            <a:avLst/>
          </a:prstGeom>
          <a:ln>
            <a:headEnd type="none" w="med" len="med"/>
            <a:tailEnd type="triangle"/>
          </a:ln>
        </p:spPr>
        <p:style>
          <a:lnRef idx="3">
            <a:schemeClr val="accent4"/>
          </a:lnRef>
          <a:fillRef idx="0">
            <a:schemeClr val="accent4"/>
          </a:fillRef>
          <a:effectRef idx="2">
            <a:schemeClr val="accent4"/>
          </a:effectRef>
          <a:fontRef idx="minor">
            <a:schemeClr val="tx1"/>
          </a:fontRef>
        </p:style>
      </p:cxnSp>
      <p:sp>
        <p:nvSpPr>
          <p:cNvPr id="11" name="TextBox 10">
            <a:extLst>
              <a:ext uri="{FF2B5EF4-FFF2-40B4-BE49-F238E27FC236}">
                <a16:creationId xmlns:a16="http://schemas.microsoft.com/office/drawing/2014/main" id="{14FF10E5-562E-734D-B0BF-46882BC809FB}"/>
              </a:ext>
            </a:extLst>
          </p:cNvPr>
          <p:cNvSpPr txBox="1"/>
          <p:nvPr/>
        </p:nvSpPr>
        <p:spPr>
          <a:xfrm>
            <a:off x="2173858" y="4835822"/>
            <a:ext cx="833883" cy="461665"/>
          </a:xfrm>
          <a:prstGeom prst="rect">
            <a:avLst/>
          </a:prstGeom>
          <a:noFill/>
        </p:spPr>
        <p:txBody>
          <a:bodyPr wrap="none" rtlCol="0">
            <a:spAutoFit/>
          </a:bodyPr>
          <a:lstStyle/>
          <a:p>
            <a:r>
              <a:rPr lang="en-CH" dirty="0"/>
              <a:t>Start</a:t>
            </a:r>
          </a:p>
        </p:txBody>
      </p:sp>
      <p:cxnSp>
        <p:nvCxnSpPr>
          <p:cNvPr id="13" name="Straight Arrow Connector 12">
            <a:extLst>
              <a:ext uri="{FF2B5EF4-FFF2-40B4-BE49-F238E27FC236}">
                <a16:creationId xmlns:a16="http://schemas.microsoft.com/office/drawing/2014/main" id="{7F29F413-CD57-2748-8D83-AA5D3142955A}"/>
              </a:ext>
            </a:extLst>
          </p:cNvPr>
          <p:cNvCxnSpPr>
            <a:cxnSpLocks/>
          </p:cNvCxnSpPr>
          <p:nvPr/>
        </p:nvCxnSpPr>
        <p:spPr bwMode="auto">
          <a:xfrm>
            <a:off x="2971800" y="4306889"/>
            <a:ext cx="762000" cy="0"/>
          </a:xfrm>
          <a:prstGeom prst="straightConnector1">
            <a:avLst/>
          </a:prstGeom>
          <a:ln>
            <a:headEnd type="none" w="med" len="med"/>
            <a:tailEnd type="triangle"/>
          </a:ln>
        </p:spPr>
        <p:style>
          <a:lnRef idx="3">
            <a:schemeClr val="accent4"/>
          </a:lnRef>
          <a:fillRef idx="0">
            <a:schemeClr val="accent4"/>
          </a:fillRef>
          <a:effectRef idx="2">
            <a:schemeClr val="accent4"/>
          </a:effectRef>
          <a:fontRef idx="minor">
            <a:schemeClr val="tx1"/>
          </a:fontRef>
        </p:style>
      </p:cxnSp>
      <p:sp>
        <p:nvSpPr>
          <p:cNvPr id="14" name="TextBox 13">
            <a:extLst>
              <a:ext uri="{FF2B5EF4-FFF2-40B4-BE49-F238E27FC236}">
                <a16:creationId xmlns:a16="http://schemas.microsoft.com/office/drawing/2014/main" id="{8911396F-55F1-A843-8DFA-290DF26F9202}"/>
              </a:ext>
            </a:extLst>
          </p:cNvPr>
          <p:cNvSpPr txBox="1"/>
          <p:nvPr/>
        </p:nvSpPr>
        <p:spPr>
          <a:xfrm>
            <a:off x="2173858" y="4078288"/>
            <a:ext cx="817853" cy="461665"/>
          </a:xfrm>
          <a:prstGeom prst="rect">
            <a:avLst/>
          </a:prstGeom>
          <a:noFill/>
        </p:spPr>
        <p:txBody>
          <a:bodyPr wrap="none" rtlCol="0">
            <a:spAutoFit/>
          </a:bodyPr>
          <a:lstStyle/>
          <a:p>
            <a:r>
              <a:rPr lang="en-CH" dirty="0"/>
              <a:t>Stop</a:t>
            </a:r>
          </a:p>
        </p:txBody>
      </p:sp>
    </p:spTree>
    <p:extLst>
      <p:ext uri="{BB962C8B-B14F-4D97-AF65-F5344CB8AC3E}">
        <p14:creationId xmlns:p14="http://schemas.microsoft.com/office/powerpoint/2010/main" val="529563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3: 11001</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15</a:t>
            </a:fld>
            <a:endParaRPr lang="en-US" dirty="0">
              <a:solidFill>
                <a:srgbClr val="000000"/>
              </a:solidFill>
            </a:endParaRPr>
          </a:p>
        </p:txBody>
      </p:sp>
      <p:sp>
        <p:nvSpPr>
          <p:cNvPr id="12" name="Text Box 5">
            <a:extLst>
              <a:ext uri="{FF2B5EF4-FFF2-40B4-BE49-F238E27FC236}">
                <a16:creationId xmlns:a16="http://schemas.microsoft.com/office/drawing/2014/main" id="{E310801D-90B3-5444-A139-56996B3B6CAC}"/>
              </a:ext>
            </a:extLst>
          </p:cNvPr>
          <p:cNvSpPr txBox="1">
            <a:spLocks noChangeArrowheads="1"/>
          </p:cNvSpPr>
          <p:nvPr/>
        </p:nvSpPr>
        <p:spPr bwMode="auto">
          <a:xfrm>
            <a:off x="381000" y="1309686"/>
            <a:ext cx="3646805"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0</a:t>
            </a:r>
            <a:r>
              <a:rPr lang="en-US" altLang="en-US" sz="1600" dirty="0">
                <a:solidFill>
                  <a:srgbClr val="000000"/>
                </a:solidFill>
                <a:ea typeface="+mn-ea"/>
              </a:rPr>
              <a:t>: Wait for start / 0</a:t>
            </a:r>
          </a:p>
          <a:p>
            <a:pPr eaLnBrk="1" hangingPunct="1">
              <a:spcBef>
                <a:spcPct val="50000"/>
              </a:spcBef>
            </a:pPr>
            <a:r>
              <a:rPr lang="en-US" altLang="en-US" sz="1600" dirty="0">
                <a:solidFill>
                  <a:srgbClr val="000000"/>
                </a:solidFill>
              </a:rPr>
              <a:t>S</a:t>
            </a:r>
            <a:r>
              <a:rPr lang="en-US" altLang="en-US" sz="1600" baseline="-25000" dirty="0">
                <a:solidFill>
                  <a:srgbClr val="000000"/>
                </a:solidFill>
              </a:rPr>
              <a:t>1</a:t>
            </a:r>
            <a:r>
              <a:rPr lang="en-US" altLang="en-US" sz="1600" dirty="0">
                <a:solidFill>
                  <a:srgbClr val="000000"/>
                </a:solidFill>
              </a:rPr>
              <a:t>: Start searching / 0</a:t>
            </a:r>
            <a:endParaRPr lang="en-US" altLang="en-US" sz="1600" dirty="0">
              <a:solidFill>
                <a:srgbClr val="000000"/>
              </a:solidFill>
              <a:ea typeface="+mn-ea"/>
            </a:endParaRP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2</a:t>
            </a:r>
            <a:r>
              <a:rPr lang="en-US" altLang="en-US" sz="1600" dirty="0">
                <a:solidFill>
                  <a:srgbClr val="000000"/>
                </a:solidFill>
                <a:ea typeface="+mn-ea"/>
              </a:rPr>
              <a:t>: got 1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3</a:t>
            </a:r>
            <a:r>
              <a:rPr lang="en-US" altLang="en-US" sz="1600" dirty="0">
                <a:solidFill>
                  <a:srgbClr val="000000"/>
                </a:solidFill>
                <a:ea typeface="+mn-ea"/>
              </a:rPr>
              <a:t>: got 11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4</a:t>
            </a:r>
            <a:r>
              <a:rPr lang="en-US" altLang="en-US" sz="1600" dirty="0">
                <a:solidFill>
                  <a:srgbClr val="000000"/>
                </a:solidFill>
                <a:ea typeface="+mn-ea"/>
              </a:rPr>
              <a:t>: got 110 / 0</a:t>
            </a:r>
          </a:p>
          <a:p>
            <a:pPr eaLnBrk="1" hangingPunct="1">
              <a:spcBef>
                <a:spcPct val="50000"/>
              </a:spcBef>
            </a:pPr>
            <a:r>
              <a:rPr lang="en-US" altLang="en-US" sz="1600" dirty="0">
                <a:solidFill>
                  <a:srgbClr val="000000"/>
                </a:solidFill>
              </a:rPr>
              <a:t>S</a:t>
            </a:r>
            <a:r>
              <a:rPr lang="en-US" altLang="en-US" sz="1600" baseline="-25000" dirty="0">
                <a:solidFill>
                  <a:srgbClr val="000000"/>
                </a:solidFill>
              </a:rPr>
              <a:t>5</a:t>
            </a:r>
            <a:r>
              <a:rPr lang="en-US" altLang="en-US" sz="1600" dirty="0">
                <a:solidFill>
                  <a:srgbClr val="000000"/>
                </a:solidFill>
              </a:rPr>
              <a:t>: got 1100 / 0</a:t>
            </a:r>
          </a:p>
          <a:p>
            <a:pPr eaLnBrk="1" hangingPunct="1">
              <a:spcBef>
                <a:spcPct val="50000"/>
              </a:spcBef>
            </a:pPr>
            <a:r>
              <a:rPr lang="en-US" altLang="en-US" sz="1600" dirty="0">
                <a:solidFill>
                  <a:srgbClr val="000000"/>
                </a:solidFill>
              </a:rPr>
              <a:t>S</a:t>
            </a:r>
            <a:r>
              <a:rPr lang="en-US" altLang="en-US" sz="1600" baseline="-25000" dirty="0">
                <a:solidFill>
                  <a:srgbClr val="000000"/>
                </a:solidFill>
              </a:rPr>
              <a:t>6</a:t>
            </a:r>
            <a:r>
              <a:rPr lang="en-US" altLang="en-US" sz="1600" dirty="0">
                <a:solidFill>
                  <a:srgbClr val="000000"/>
                </a:solidFill>
              </a:rPr>
              <a:t>: got 11001 / 1</a:t>
            </a:r>
          </a:p>
          <a:p>
            <a:pPr eaLnBrk="1" hangingPunct="1">
              <a:spcBef>
                <a:spcPct val="50000"/>
              </a:spcBef>
            </a:pPr>
            <a:endParaRPr lang="en-US" altLang="en-US" sz="1600" dirty="0">
              <a:solidFill>
                <a:srgbClr val="000000"/>
              </a:solidFill>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915067E-9B6A-2B4A-83B9-CE0D2C0C915C}"/>
                  </a:ext>
                </a:extLst>
              </p14:cNvPr>
              <p14:cNvContentPartPr/>
              <p14:nvPr/>
            </p14:nvContentPartPr>
            <p14:xfrm>
              <a:off x="4399920" y="1307520"/>
              <a:ext cx="2539800" cy="1499760"/>
            </p14:xfrm>
          </p:contentPart>
        </mc:Choice>
        <mc:Fallback xmlns="">
          <p:pic>
            <p:nvPicPr>
              <p:cNvPr id="3" name="Ink 2">
                <a:extLst>
                  <a:ext uri="{FF2B5EF4-FFF2-40B4-BE49-F238E27FC236}">
                    <a16:creationId xmlns:a16="http://schemas.microsoft.com/office/drawing/2014/main" id="{1915067E-9B6A-2B4A-83B9-CE0D2C0C915C}"/>
                  </a:ext>
                </a:extLst>
              </p:cNvPr>
              <p:cNvPicPr/>
              <p:nvPr/>
            </p:nvPicPr>
            <p:blipFill>
              <a:blip r:embed="rId3"/>
              <a:stretch>
                <a:fillRect/>
              </a:stretch>
            </p:blipFill>
            <p:spPr>
              <a:xfrm>
                <a:off x="4390560" y="1298160"/>
                <a:ext cx="2558520" cy="1518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6317DBF-D262-F34D-B376-D3A29FDDCF3C}"/>
                  </a:ext>
                </a:extLst>
              </p14:cNvPr>
              <p14:cNvContentPartPr/>
              <p14:nvPr/>
            </p14:nvContentPartPr>
            <p14:xfrm>
              <a:off x="646200" y="1549440"/>
              <a:ext cx="6814440" cy="4326840"/>
            </p14:xfrm>
          </p:contentPart>
        </mc:Choice>
        <mc:Fallback xmlns="">
          <p:pic>
            <p:nvPicPr>
              <p:cNvPr id="6" name="Ink 5">
                <a:extLst>
                  <a:ext uri="{FF2B5EF4-FFF2-40B4-BE49-F238E27FC236}">
                    <a16:creationId xmlns:a16="http://schemas.microsoft.com/office/drawing/2014/main" id="{46317DBF-D262-F34D-B376-D3A29FDDCF3C}"/>
                  </a:ext>
                </a:extLst>
              </p:cNvPr>
              <p:cNvPicPr/>
              <p:nvPr/>
            </p:nvPicPr>
            <p:blipFill>
              <a:blip r:embed="rId5"/>
              <a:stretch>
                <a:fillRect/>
              </a:stretch>
            </p:blipFill>
            <p:spPr>
              <a:xfrm>
                <a:off x="636840" y="1540080"/>
                <a:ext cx="6833160" cy="4345560"/>
              </a:xfrm>
              <a:prstGeom prst="rect">
                <a:avLst/>
              </a:prstGeom>
            </p:spPr>
          </p:pic>
        </mc:Fallback>
      </mc:AlternateContent>
    </p:spTree>
    <p:extLst>
      <p:ext uri="{BB962C8B-B14F-4D97-AF65-F5344CB8AC3E}">
        <p14:creationId xmlns:p14="http://schemas.microsoft.com/office/powerpoint/2010/main" val="80330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4 – Regular Counter</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16</a:t>
            </a:fld>
            <a:endParaRPr lang="en-US" dirty="0">
              <a:solidFill>
                <a:srgbClr val="000000"/>
              </a:solidFill>
            </a:endParaRPr>
          </a:p>
        </p:txBody>
      </p:sp>
      <p:sp>
        <p:nvSpPr>
          <p:cNvPr id="9" name="Rectangle 3"/>
          <p:cNvSpPr txBox="1">
            <a:spLocks noChangeArrowheads="1"/>
          </p:cNvSpPr>
          <p:nvPr/>
        </p:nvSpPr>
        <p:spPr bwMode="auto">
          <a:xfrm>
            <a:off x="533400" y="1219199"/>
            <a:ext cx="3962400" cy="2513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2800" b="0" kern="0" dirty="0">
                <a:solidFill>
                  <a:schemeClr val="accent6">
                    <a:lumMod val="75000"/>
                  </a:schemeClr>
                </a:solidFill>
                <a:latin typeface="Arial"/>
                <a:cs typeface="Zar"/>
              </a:rPr>
              <a:t>Count from 0 to 12 and return to 0</a:t>
            </a:r>
            <a:endParaRPr kumimoji="0" lang="en-US" altLang="en-US" sz="2800" b="0" i="0" u="none" strike="noStrike" kern="0" cap="none" spc="0" normalizeH="0" baseline="0" noProof="0" dirty="0">
              <a:ln>
                <a:noFill/>
              </a:ln>
              <a:solidFill>
                <a:schemeClr val="accent6">
                  <a:lumMod val="75000"/>
                </a:schemeClr>
              </a:solidFill>
              <a:effectLst/>
              <a:uLnTx/>
              <a:uFillTx/>
              <a:latin typeface="Arial"/>
              <a:cs typeface="Zar"/>
            </a:endParaRPr>
          </a:p>
        </p:txBody>
      </p:sp>
      <p:sp>
        <p:nvSpPr>
          <p:cNvPr id="12" name="Text Box 3">
            <a:extLst>
              <a:ext uri="{FF2B5EF4-FFF2-40B4-BE49-F238E27FC236}">
                <a16:creationId xmlns:a16="http://schemas.microsoft.com/office/drawing/2014/main" id="{F8D22180-2E71-4C41-86B7-D9FBBBDD8094}"/>
              </a:ext>
            </a:extLst>
          </p:cNvPr>
          <p:cNvSpPr txBox="1">
            <a:spLocks noChangeArrowheads="1"/>
          </p:cNvSpPr>
          <p:nvPr/>
        </p:nvSpPr>
        <p:spPr bwMode="auto">
          <a:xfrm>
            <a:off x="609600" y="2971800"/>
            <a:ext cx="3657600" cy="2246769"/>
          </a:xfrm>
          <a:prstGeom prst="rect">
            <a:avLst/>
          </a:prstGeom>
          <a:noFill/>
          <a:ln w="349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b="1">
                <a:solidFill>
                  <a:schemeClr val="tx1"/>
                </a:solidFill>
                <a:latin typeface="Times New Roman" pitchFamily="18" charset="0"/>
                <a:cs typeface="Lotus" pitchFamily="2" charset="-78"/>
              </a:defRPr>
            </a:lvl1pPr>
            <a:lvl2pPr marL="742950" indent="-285750" eaLnBrk="0" hangingPunct="0">
              <a:defRPr sz="2800" b="1">
                <a:solidFill>
                  <a:schemeClr val="tx1"/>
                </a:solidFill>
                <a:latin typeface="Times New Roman" pitchFamily="18" charset="0"/>
                <a:cs typeface="Lotus" pitchFamily="2" charset="-78"/>
              </a:defRPr>
            </a:lvl2pPr>
            <a:lvl3pPr marL="1143000" indent="-228600" eaLnBrk="0" hangingPunct="0">
              <a:defRPr sz="2800" b="1">
                <a:solidFill>
                  <a:schemeClr val="tx1"/>
                </a:solidFill>
                <a:latin typeface="Times New Roman" pitchFamily="18" charset="0"/>
                <a:cs typeface="Lotus" pitchFamily="2" charset="-78"/>
              </a:defRPr>
            </a:lvl3pPr>
            <a:lvl4pPr marL="1600200" indent="-228600" eaLnBrk="0" hangingPunct="0">
              <a:defRPr sz="2800" b="1">
                <a:solidFill>
                  <a:schemeClr val="tx1"/>
                </a:solidFill>
                <a:latin typeface="Times New Roman" pitchFamily="18" charset="0"/>
                <a:cs typeface="Lotus" pitchFamily="2" charset="-78"/>
              </a:defRPr>
            </a:lvl4pPr>
            <a:lvl5pPr marL="2057400" indent="-228600" eaLnBrk="0" hangingPunct="0">
              <a:defRPr sz="2800" b="1">
                <a:solidFill>
                  <a:schemeClr val="tx1"/>
                </a:solidFill>
                <a:latin typeface="Times New Roman" pitchFamily="18" charset="0"/>
                <a:cs typeface="Lotus" pitchFamily="2" charset="-78"/>
              </a:defRPr>
            </a:lvl5pPr>
            <a:lvl6pPr marL="25146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6pPr>
            <a:lvl7pPr marL="29718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7pPr>
            <a:lvl8pPr marL="34290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8pPr>
            <a:lvl9pPr marL="38862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9pPr>
          </a:lstStyle>
          <a:p>
            <a:pPr eaLnBrk="1" hangingPunct="1"/>
            <a:r>
              <a:rPr lang="en-US" altLang="en-US" sz="1400" b="0" dirty="0">
                <a:solidFill>
                  <a:srgbClr val="0000CC"/>
                </a:solidFill>
                <a:latin typeface="Helvetica"/>
              </a:rPr>
              <a:t>Library</a:t>
            </a:r>
            <a:r>
              <a:rPr lang="en-US" altLang="en-US" sz="1400" b="0" dirty="0">
                <a:solidFill>
                  <a:srgbClr val="0000CC"/>
                </a:solidFill>
              </a:rPr>
              <a:t> </a:t>
            </a:r>
            <a:r>
              <a:rPr lang="en-US" altLang="en-US" sz="1400" b="0" dirty="0">
                <a:solidFill>
                  <a:srgbClr val="0000CC"/>
                </a:solidFill>
                <a:latin typeface="Helvetica"/>
              </a:rPr>
              <a:t>IEEE;</a:t>
            </a:r>
            <a:br>
              <a:rPr lang="en-US" altLang="en-US" sz="1400" b="0" dirty="0">
                <a:solidFill>
                  <a:srgbClr val="0000CC"/>
                </a:solidFill>
                <a:latin typeface="Helvetica"/>
              </a:rPr>
            </a:br>
            <a:r>
              <a:rPr lang="en-US" altLang="en-US" sz="1400" b="0" dirty="0">
                <a:solidFill>
                  <a:srgbClr val="0000CC"/>
                </a:solidFill>
                <a:latin typeface="Helvetica"/>
              </a:rPr>
              <a:t>use</a:t>
            </a:r>
            <a:r>
              <a:rPr lang="en-US" altLang="en-US" sz="1400" b="0" dirty="0">
                <a:solidFill>
                  <a:srgbClr val="0000CC"/>
                </a:solidFill>
              </a:rPr>
              <a:t> </a:t>
            </a:r>
            <a:r>
              <a:rPr lang="en-US" altLang="en-US" sz="1400" b="0" dirty="0">
                <a:solidFill>
                  <a:srgbClr val="0000CC"/>
                </a:solidFill>
                <a:latin typeface="Helvetica"/>
              </a:rPr>
              <a:t>IEEE.Std_Logic_1164.all;</a:t>
            </a:r>
          </a:p>
          <a:p>
            <a:pPr eaLnBrk="1" hangingPunct="1"/>
            <a:r>
              <a:rPr lang="en-US" altLang="en-US" sz="1400" b="0" dirty="0">
                <a:solidFill>
                  <a:srgbClr val="0000CC"/>
                </a:solidFill>
                <a:latin typeface="Helvetica"/>
              </a:rPr>
              <a:t>use</a:t>
            </a:r>
            <a:r>
              <a:rPr lang="en-US" altLang="en-US" sz="1400" b="0" dirty="0">
                <a:solidFill>
                  <a:srgbClr val="0000CC"/>
                </a:solidFill>
              </a:rPr>
              <a:t> </a:t>
            </a:r>
            <a:r>
              <a:rPr lang="en-US" altLang="en-US" sz="1400" b="0" dirty="0" err="1">
                <a:solidFill>
                  <a:srgbClr val="0000CC"/>
                </a:solidFill>
                <a:latin typeface="Helvetica"/>
              </a:rPr>
              <a:t>IEEE.numeric_std.all</a:t>
            </a:r>
            <a:r>
              <a:rPr lang="en-US" altLang="en-US" sz="1400" b="0" dirty="0">
                <a:solidFill>
                  <a:srgbClr val="0000CC"/>
                </a:solidFill>
                <a:latin typeface="Helvetica"/>
              </a:rPr>
              <a:t>;</a:t>
            </a:r>
            <a:br>
              <a:rPr lang="en-US" altLang="en-US" sz="1400" b="0" dirty="0">
                <a:solidFill>
                  <a:srgbClr val="0000CC"/>
                </a:solidFill>
                <a:latin typeface="Helvetica"/>
              </a:rPr>
            </a:br>
            <a:r>
              <a:rPr lang="en-US" altLang="en-US" sz="1400" b="0" dirty="0">
                <a:solidFill>
                  <a:srgbClr val="0000CC"/>
                </a:solidFill>
              </a:rPr>
              <a:t>  </a:t>
            </a:r>
            <a:br>
              <a:rPr lang="en-US" altLang="en-US" sz="1400" b="0" dirty="0">
                <a:solidFill>
                  <a:srgbClr val="0000CC"/>
                </a:solidFill>
                <a:latin typeface="Helvetica"/>
              </a:rPr>
            </a:br>
            <a:r>
              <a:rPr lang="en-US" altLang="en-US" sz="1400" b="0" dirty="0">
                <a:solidFill>
                  <a:srgbClr val="0000CC"/>
                </a:solidFill>
                <a:latin typeface="Helvetica"/>
              </a:rPr>
              <a:t>entity</a:t>
            </a:r>
            <a:r>
              <a:rPr lang="en-US" altLang="en-US" sz="1400" b="0" dirty="0">
                <a:solidFill>
                  <a:srgbClr val="0000CC"/>
                </a:solidFill>
              </a:rPr>
              <a:t> </a:t>
            </a:r>
            <a:r>
              <a:rPr lang="en-US" altLang="en-US" sz="1400" b="0" dirty="0">
                <a:solidFill>
                  <a:srgbClr val="0000CC"/>
                </a:solidFill>
                <a:latin typeface="Helvetica"/>
              </a:rPr>
              <a:t>COUNTER</a:t>
            </a:r>
            <a:r>
              <a:rPr lang="en-US" altLang="en-US" sz="1400" b="0" dirty="0">
                <a:solidFill>
                  <a:srgbClr val="0000CC"/>
                </a:solidFill>
              </a:rPr>
              <a:t> </a:t>
            </a:r>
            <a:r>
              <a:rPr lang="en-US" altLang="en-US" sz="1400" b="0" dirty="0">
                <a:solidFill>
                  <a:srgbClr val="0000CC"/>
                </a:solidFill>
                <a:latin typeface="Helvetica"/>
              </a:rPr>
              <a:t>is</a:t>
            </a:r>
            <a:br>
              <a:rPr lang="en-US" altLang="en-US" sz="1400" b="0" dirty="0">
                <a:solidFill>
                  <a:srgbClr val="0000CC"/>
                </a:solidFill>
                <a:latin typeface="Helvetica"/>
              </a:rPr>
            </a:br>
            <a:r>
              <a:rPr lang="en-US" altLang="en-US" sz="1400" b="0" dirty="0">
                <a:solidFill>
                  <a:srgbClr val="0000CC"/>
                </a:solidFill>
                <a:latin typeface="Helvetica"/>
              </a:rPr>
              <a:t>port</a:t>
            </a:r>
            <a:r>
              <a:rPr lang="en-US" altLang="en-US" sz="1400" b="0" dirty="0">
                <a:solidFill>
                  <a:srgbClr val="0000CC"/>
                </a:solidFill>
              </a:rPr>
              <a:t> </a:t>
            </a:r>
            <a:r>
              <a:rPr lang="en-US" altLang="en-US" sz="1400" b="0" dirty="0">
                <a:solidFill>
                  <a:srgbClr val="0000CC"/>
                </a:solidFill>
                <a:latin typeface="Helvetica"/>
              </a:rPr>
              <a:t>(</a:t>
            </a:r>
            <a:r>
              <a:rPr lang="en-US" altLang="en-US" sz="1400" b="0" dirty="0">
                <a:solidFill>
                  <a:srgbClr val="0000CC"/>
                </a:solidFill>
              </a:rPr>
              <a:t> </a:t>
            </a:r>
            <a:r>
              <a:rPr lang="en-US" altLang="en-US" sz="1400" b="0" dirty="0">
                <a:solidFill>
                  <a:srgbClr val="0000CC"/>
                </a:solidFill>
                <a:latin typeface="Helvetica"/>
              </a:rPr>
              <a:t>CLK</a:t>
            </a:r>
            <a:r>
              <a:rPr lang="en-US" altLang="en-US" sz="1400" b="0" dirty="0">
                <a:solidFill>
                  <a:srgbClr val="0000CC"/>
                </a:solidFill>
              </a:rPr>
              <a:t>, </a:t>
            </a:r>
            <a:r>
              <a:rPr lang="en-US" altLang="en-US" sz="1400" b="0" dirty="0" err="1">
                <a:solidFill>
                  <a:srgbClr val="0000CC"/>
                </a:solidFill>
              </a:rPr>
              <a:t>Rst</a:t>
            </a:r>
            <a:r>
              <a:rPr lang="en-US" altLang="en-US" sz="1400" b="0" dirty="0">
                <a:solidFill>
                  <a:srgbClr val="0000CC"/>
                </a:solidFill>
              </a:rPr>
              <a:t>   </a:t>
            </a:r>
            <a:r>
              <a:rPr lang="en-US" altLang="en-US" sz="1400" b="0" dirty="0">
                <a:solidFill>
                  <a:srgbClr val="0000CC"/>
                </a:solidFill>
                <a:latin typeface="Helvetica"/>
              </a:rPr>
              <a:t>:</a:t>
            </a:r>
            <a:r>
              <a:rPr lang="en-US" altLang="en-US" sz="1400" b="0" dirty="0">
                <a:solidFill>
                  <a:srgbClr val="0000CC"/>
                </a:solidFill>
              </a:rPr>
              <a:t> </a:t>
            </a:r>
            <a:r>
              <a:rPr lang="en-US" altLang="en-US" sz="1400" b="0" dirty="0">
                <a:solidFill>
                  <a:srgbClr val="0000CC"/>
                </a:solidFill>
                <a:latin typeface="Helvetica"/>
              </a:rPr>
              <a:t>in</a:t>
            </a:r>
            <a:r>
              <a:rPr lang="en-US" altLang="en-US" sz="1400" b="0" dirty="0">
                <a:solidFill>
                  <a:srgbClr val="0000CC"/>
                </a:solidFill>
              </a:rPr>
              <a:t> </a:t>
            </a:r>
            <a:r>
              <a:rPr lang="en-US" altLang="en-US" sz="1400" b="0" dirty="0" err="1">
                <a:solidFill>
                  <a:srgbClr val="0000CC"/>
                </a:solidFill>
                <a:latin typeface="Helvetica"/>
              </a:rPr>
              <a:t>std_ulogic</a:t>
            </a:r>
            <a:r>
              <a:rPr lang="en-US" altLang="en-US" sz="1400" b="0" dirty="0">
                <a:solidFill>
                  <a:srgbClr val="0000CC"/>
                </a:solidFill>
                <a:latin typeface="Helvetica"/>
              </a:rPr>
              <a:t>;</a:t>
            </a:r>
            <a:br>
              <a:rPr lang="en-US" altLang="en-US" sz="1400" b="0" dirty="0">
                <a:solidFill>
                  <a:srgbClr val="0000CC"/>
                </a:solidFill>
                <a:latin typeface="Helvetica"/>
              </a:rPr>
            </a:br>
            <a:r>
              <a:rPr lang="en-US" altLang="en-US" sz="1400" b="0" dirty="0">
                <a:solidFill>
                  <a:srgbClr val="0000CC"/>
                </a:solidFill>
              </a:rPr>
              <a:t>           </a:t>
            </a:r>
            <a:r>
              <a:rPr lang="en-US" altLang="en-US" sz="1400" b="0" dirty="0">
                <a:solidFill>
                  <a:srgbClr val="0000CC"/>
                </a:solidFill>
                <a:latin typeface="Helvetica"/>
              </a:rPr>
              <a:t>Q</a:t>
            </a:r>
            <a:r>
              <a:rPr lang="en-US" altLang="en-US" sz="1400" b="0" dirty="0">
                <a:solidFill>
                  <a:srgbClr val="0000CC"/>
                </a:solidFill>
              </a:rPr>
              <a:t>    </a:t>
            </a:r>
            <a:r>
              <a:rPr lang="en-US" altLang="en-US" sz="1400" b="0" dirty="0">
                <a:solidFill>
                  <a:srgbClr val="0000CC"/>
                </a:solidFill>
                <a:latin typeface="Helvetica"/>
              </a:rPr>
              <a:t>:</a:t>
            </a:r>
            <a:r>
              <a:rPr lang="en-US" altLang="en-US" sz="1400" b="0" dirty="0">
                <a:solidFill>
                  <a:srgbClr val="0000CC"/>
                </a:solidFill>
              </a:rPr>
              <a:t> </a:t>
            </a:r>
            <a:r>
              <a:rPr lang="en-US" altLang="en-US" sz="1400" b="0" dirty="0">
                <a:solidFill>
                  <a:srgbClr val="0000CC"/>
                </a:solidFill>
                <a:latin typeface="Helvetica"/>
              </a:rPr>
              <a:t>out</a:t>
            </a:r>
            <a:r>
              <a:rPr lang="en-US" altLang="en-US" sz="1400" b="0" dirty="0">
                <a:solidFill>
                  <a:srgbClr val="0000CC"/>
                </a:solidFill>
              </a:rPr>
              <a:t> </a:t>
            </a:r>
            <a:r>
              <a:rPr lang="en-US" altLang="en-US" sz="1400" b="0" dirty="0">
                <a:solidFill>
                  <a:srgbClr val="0000CC"/>
                </a:solidFill>
                <a:latin typeface="Helvetica"/>
              </a:rPr>
              <a:t>unsigned(3 </a:t>
            </a:r>
            <a:r>
              <a:rPr lang="en-US" altLang="en-US" sz="1400" b="0" dirty="0" err="1">
                <a:solidFill>
                  <a:srgbClr val="0000CC"/>
                </a:solidFill>
                <a:latin typeface="Helvetica"/>
              </a:rPr>
              <a:t>downto</a:t>
            </a:r>
            <a:r>
              <a:rPr lang="en-US" altLang="en-US" sz="1400" b="0" dirty="0">
                <a:solidFill>
                  <a:srgbClr val="0000CC"/>
                </a:solidFill>
                <a:latin typeface="Helvetica"/>
              </a:rPr>
              <a:t> 0);</a:t>
            </a:r>
            <a:br>
              <a:rPr lang="en-US" altLang="en-US" sz="1400" b="0" dirty="0">
                <a:solidFill>
                  <a:srgbClr val="0000CC"/>
                </a:solidFill>
                <a:latin typeface="Helvetica"/>
              </a:rPr>
            </a:br>
            <a:r>
              <a:rPr lang="en-US" altLang="en-US" sz="1400" b="0" dirty="0">
                <a:solidFill>
                  <a:srgbClr val="0000CC"/>
                </a:solidFill>
                <a:latin typeface="Helvetica"/>
              </a:rPr>
              <a:t>end</a:t>
            </a:r>
            <a:r>
              <a:rPr lang="en-US" altLang="en-US" sz="1400" b="0" dirty="0">
                <a:solidFill>
                  <a:srgbClr val="0000CC"/>
                </a:solidFill>
              </a:rPr>
              <a:t> </a:t>
            </a:r>
            <a:r>
              <a:rPr lang="en-US" altLang="en-US" sz="1400" b="0" dirty="0">
                <a:solidFill>
                  <a:srgbClr val="0000CC"/>
                </a:solidFill>
                <a:latin typeface="Helvetica"/>
              </a:rPr>
              <a:t>COUNTER;</a:t>
            </a:r>
            <a:br>
              <a:rPr lang="en-US" altLang="en-US" sz="1400" b="0" dirty="0">
                <a:solidFill>
                  <a:srgbClr val="0000CC"/>
                </a:solidFill>
                <a:latin typeface="Helvetica"/>
              </a:rPr>
            </a:br>
            <a:r>
              <a:rPr lang="en-US" altLang="en-US" sz="1400" b="0" dirty="0">
                <a:solidFill>
                  <a:srgbClr val="0000CC"/>
                </a:solidFill>
              </a:rPr>
              <a:t>  </a:t>
            </a:r>
            <a:br>
              <a:rPr lang="en-US" altLang="en-US" sz="1400" b="0" dirty="0">
                <a:solidFill>
                  <a:srgbClr val="0000CC"/>
                </a:solidFill>
                <a:latin typeface="Helvetica"/>
              </a:rPr>
            </a:br>
            <a:endParaRPr lang="en-US" altLang="en-US" sz="1400" b="0" dirty="0">
              <a:solidFill>
                <a:srgbClr val="0000CC"/>
              </a:solidFill>
              <a:latin typeface="Helvetica"/>
            </a:endParaRPr>
          </a:p>
        </p:txBody>
      </p:sp>
      <p:sp>
        <p:nvSpPr>
          <p:cNvPr id="15" name="Text Box 3">
            <a:extLst>
              <a:ext uri="{FF2B5EF4-FFF2-40B4-BE49-F238E27FC236}">
                <a16:creationId xmlns:a16="http://schemas.microsoft.com/office/drawing/2014/main" id="{1621973C-5154-5343-AA21-D77EEE380922}"/>
              </a:ext>
            </a:extLst>
          </p:cNvPr>
          <p:cNvSpPr txBox="1">
            <a:spLocks noChangeArrowheads="1"/>
          </p:cNvSpPr>
          <p:nvPr/>
        </p:nvSpPr>
        <p:spPr bwMode="auto">
          <a:xfrm>
            <a:off x="4450080" y="1902411"/>
            <a:ext cx="4114800" cy="4401205"/>
          </a:xfrm>
          <a:prstGeom prst="rect">
            <a:avLst/>
          </a:prstGeom>
          <a:noFill/>
          <a:ln w="349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b="1">
                <a:solidFill>
                  <a:schemeClr val="tx1"/>
                </a:solidFill>
                <a:latin typeface="Times New Roman" pitchFamily="18" charset="0"/>
                <a:cs typeface="Lotus" pitchFamily="2" charset="-78"/>
              </a:defRPr>
            </a:lvl1pPr>
            <a:lvl2pPr marL="742950" indent="-285750" eaLnBrk="0" hangingPunct="0">
              <a:defRPr sz="2800" b="1">
                <a:solidFill>
                  <a:schemeClr val="tx1"/>
                </a:solidFill>
                <a:latin typeface="Times New Roman" pitchFamily="18" charset="0"/>
                <a:cs typeface="Lotus" pitchFamily="2" charset="-78"/>
              </a:defRPr>
            </a:lvl2pPr>
            <a:lvl3pPr marL="1143000" indent="-228600" eaLnBrk="0" hangingPunct="0">
              <a:defRPr sz="2800" b="1">
                <a:solidFill>
                  <a:schemeClr val="tx1"/>
                </a:solidFill>
                <a:latin typeface="Times New Roman" pitchFamily="18" charset="0"/>
                <a:cs typeface="Lotus" pitchFamily="2" charset="-78"/>
              </a:defRPr>
            </a:lvl3pPr>
            <a:lvl4pPr marL="1600200" indent="-228600" eaLnBrk="0" hangingPunct="0">
              <a:defRPr sz="2800" b="1">
                <a:solidFill>
                  <a:schemeClr val="tx1"/>
                </a:solidFill>
                <a:latin typeface="Times New Roman" pitchFamily="18" charset="0"/>
                <a:cs typeface="Lotus" pitchFamily="2" charset="-78"/>
              </a:defRPr>
            </a:lvl4pPr>
            <a:lvl5pPr marL="2057400" indent="-228600" eaLnBrk="0" hangingPunct="0">
              <a:defRPr sz="2800" b="1">
                <a:solidFill>
                  <a:schemeClr val="tx1"/>
                </a:solidFill>
                <a:latin typeface="Times New Roman" pitchFamily="18" charset="0"/>
                <a:cs typeface="Lotus" pitchFamily="2" charset="-78"/>
              </a:defRPr>
            </a:lvl5pPr>
            <a:lvl6pPr marL="25146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6pPr>
            <a:lvl7pPr marL="29718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7pPr>
            <a:lvl8pPr marL="34290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8pPr>
            <a:lvl9pPr marL="3886200" indent="-228600" algn="r" rtl="1" eaLnBrk="0" fontAlgn="base" hangingPunct="0">
              <a:spcBef>
                <a:spcPct val="50000"/>
              </a:spcBef>
              <a:spcAft>
                <a:spcPct val="0"/>
              </a:spcAft>
              <a:defRPr sz="2800" b="1">
                <a:solidFill>
                  <a:schemeClr val="tx1"/>
                </a:solidFill>
                <a:latin typeface="Times New Roman" pitchFamily="18" charset="0"/>
                <a:cs typeface="Lotus" pitchFamily="2" charset="-78"/>
              </a:defRPr>
            </a:lvl9pPr>
          </a:lstStyle>
          <a:p>
            <a:pPr eaLnBrk="1" hangingPunct="1"/>
            <a:r>
              <a:rPr lang="en-US" altLang="en-US" sz="1400" b="0" dirty="0">
                <a:solidFill>
                  <a:srgbClr val="0000CC"/>
                </a:solidFill>
              </a:rPr>
              <a:t>  </a:t>
            </a:r>
            <a:br>
              <a:rPr lang="en-US" altLang="en-US" sz="1400" b="0" dirty="0">
                <a:solidFill>
                  <a:srgbClr val="0000CC"/>
                </a:solidFill>
                <a:latin typeface="Helvetica"/>
              </a:rPr>
            </a:br>
            <a:r>
              <a:rPr lang="en-US" altLang="en-US" sz="1400" b="0" dirty="0">
                <a:solidFill>
                  <a:srgbClr val="0000CC"/>
                </a:solidFill>
                <a:latin typeface="Helvetica"/>
              </a:rPr>
              <a:t>architecture</a:t>
            </a:r>
            <a:r>
              <a:rPr lang="en-US" altLang="en-US" sz="1400" b="0" dirty="0">
                <a:solidFill>
                  <a:srgbClr val="0000CC"/>
                </a:solidFill>
              </a:rPr>
              <a:t> </a:t>
            </a:r>
            <a:r>
              <a:rPr lang="en-US" altLang="en-US" sz="1400" b="0" dirty="0">
                <a:solidFill>
                  <a:srgbClr val="0000CC"/>
                </a:solidFill>
                <a:latin typeface="Helvetica"/>
              </a:rPr>
              <a:t>A</a:t>
            </a:r>
            <a:r>
              <a:rPr lang="en-US" altLang="en-US" sz="1400" b="0" dirty="0">
                <a:solidFill>
                  <a:srgbClr val="0000CC"/>
                </a:solidFill>
              </a:rPr>
              <a:t> </a:t>
            </a:r>
            <a:r>
              <a:rPr lang="en-US" altLang="en-US" sz="1400" b="0" dirty="0">
                <a:solidFill>
                  <a:srgbClr val="0000CC"/>
                </a:solidFill>
                <a:latin typeface="Helvetica"/>
              </a:rPr>
              <a:t>of</a:t>
            </a:r>
            <a:r>
              <a:rPr lang="en-US" altLang="en-US" sz="1400" b="0" dirty="0">
                <a:solidFill>
                  <a:srgbClr val="0000CC"/>
                </a:solidFill>
              </a:rPr>
              <a:t> </a:t>
            </a:r>
            <a:r>
              <a:rPr lang="en-US" altLang="en-US" sz="1400" b="0" dirty="0">
                <a:solidFill>
                  <a:srgbClr val="0000CC"/>
                </a:solidFill>
                <a:latin typeface="Helvetica"/>
              </a:rPr>
              <a:t>COUNTER</a:t>
            </a:r>
            <a:r>
              <a:rPr lang="en-US" altLang="en-US" sz="1400" b="0" dirty="0">
                <a:solidFill>
                  <a:srgbClr val="0000CC"/>
                </a:solidFill>
              </a:rPr>
              <a:t> </a:t>
            </a:r>
            <a:r>
              <a:rPr lang="en-US" altLang="en-US" sz="1400" b="0" dirty="0">
                <a:solidFill>
                  <a:srgbClr val="0000CC"/>
                </a:solidFill>
                <a:latin typeface="Helvetica"/>
              </a:rPr>
              <a:t>is</a:t>
            </a:r>
            <a:br>
              <a:rPr lang="en-US" altLang="en-US" sz="1400" b="0" dirty="0">
                <a:solidFill>
                  <a:srgbClr val="0000CC"/>
                </a:solidFill>
                <a:latin typeface="Helvetica"/>
              </a:rPr>
            </a:br>
            <a:r>
              <a:rPr lang="en-US" altLang="en-US" sz="1400" b="0" dirty="0">
                <a:solidFill>
                  <a:srgbClr val="0000CC"/>
                </a:solidFill>
              </a:rPr>
              <a:t> </a:t>
            </a:r>
            <a:r>
              <a:rPr lang="en-US" altLang="en-US" sz="1400" b="0" i="1" dirty="0">
                <a:solidFill>
                  <a:srgbClr val="0000CC"/>
                </a:solidFill>
                <a:latin typeface="Helvetica"/>
              </a:rPr>
              <a:t> signal</a:t>
            </a:r>
            <a:r>
              <a:rPr lang="en-US" altLang="en-US" sz="1400" b="0" i="1" dirty="0">
                <a:solidFill>
                  <a:srgbClr val="0000CC"/>
                </a:solidFill>
              </a:rPr>
              <a:t> </a:t>
            </a:r>
            <a:r>
              <a:rPr lang="en-US" altLang="en-US" sz="1400" b="0" i="1" dirty="0">
                <a:solidFill>
                  <a:srgbClr val="0000CC"/>
                </a:solidFill>
                <a:latin typeface="Helvetica"/>
              </a:rPr>
              <a:t>COUNT</a:t>
            </a:r>
            <a:r>
              <a:rPr lang="en-US" altLang="en-US" sz="1400" b="0" dirty="0">
                <a:solidFill>
                  <a:srgbClr val="0000CC"/>
                </a:solidFill>
                <a:latin typeface="Helvetica"/>
              </a:rPr>
              <a:t> </a:t>
            </a:r>
            <a:r>
              <a:rPr lang="en-US" altLang="en-US" sz="1400" b="0" dirty="0">
                <a:solidFill>
                  <a:srgbClr val="0000CC"/>
                </a:solidFill>
              </a:rPr>
              <a:t> </a:t>
            </a:r>
            <a:r>
              <a:rPr lang="en-US" altLang="en-US" sz="1400" b="0" dirty="0">
                <a:solidFill>
                  <a:srgbClr val="0000CC"/>
                </a:solidFill>
                <a:latin typeface="Helvetica"/>
              </a:rPr>
              <a:t>:</a:t>
            </a:r>
            <a:r>
              <a:rPr lang="en-US" altLang="en-US" sz="1400" b="0" dirty="0">
                <a:solidFill>
                  <a:srgbClr val="0000CC"/>
                </a:solidFill>
              </a:rPr>
              <a:t> </a:t>
            </a:r>
            <a:r>
              <a:rPr lang="en-US" altLang="en-US" sz="1400" b="0" dirty="0">
                <a:solidFill>
                  <a:srgbClr val="0000CC"/>
                </a:solidFill>
                <a:latin typeface="Helvetica"/>
              </a:rPr>
              <a:t> unsigned(3 </a:t>
            </a:r>
            <a:r>
              <a:rPr lang="en-US" altLang="en-US" sz="1400" b="0" dirty="0" err="1">
                <a:solidFill>
                  <a:srgbClr val="0000CC"/>
                </a:solidFill>
                <a:latin typeface="Helvetica"/>
              </a:rPr>
              <a:t>downto</a:t>
            </a:r>
            <a:r>
              <a:rPr lang="en-US" altLang="en-US" sz="1400" b="0" dirty="0">
                <a:solidFill>
                  <a:srgbClr val="0000CC"/>
                </a:solidFill>
                <a:latin typeface="Helvetica"/>
              </a:rPr>
              <a:t> 0);</a:t>
            </a:r>
            <a:br>
              <a:rPr lang="en-US" altLang="en-US" sz="1400" b="0" dirty="0">
                <a:solidFill>
                  <a:srgbClr val="0000CC"/>
                </a:solidFill>
                <a:latin typeface="Helvetica"/>
              </a:rPr>
            </a:br>
            <a:r>
              <a:rPr lang="en-US" altLang="en-US" sz="1400" b="0" dirty="0">
                <a:solidFill>
                  <a:srgbClr val="0000CC"/>
                </a:solidFill>
                <a:latin typeface="Helvetica"/>
              </a:rPr>
              <a:t>begin</a:t>
            </a:r>
            <a:br>
              <a:rPr lang="en-US" altLang="en-US" sz="1400" b="0" dirty="0">
                <a:solidFill>
                  <a:srgbClr val="0000CC"/>
                </a:solidFill>
                <a:latin typeface="Helvetica"/>
              </a:rPr>
            </a:br>
            <a:endParaRPr lang="en-US" altLang="en-US" sz="1400" b="0" dirty="0">
              <a:solidFill>
                <a:srgbClr val="0000CC"/>
              </a:solidFill>
              <a:latin typeface="Helvetica"/>
            </a:endParaRPr>
          </a:p>
          <a:p>
            <a:pPr eaLnBrk="1" hangingPunct="1"/>
            <a:r>
              <a:rPr lang="en-US" altLang="en-US" sz="1400" b="0" dirty="0">
                <a:solidFill>
                  <a:srgbClr val="0000CC"/>
                </a:solidFill>
              </a:rPr>
              <a:t>   </a:t>
            </a:r>
            <a:r>
              <a:rPr lang="en-US" altLang="en-US" sz="1400" b="0" dirty="0">
                <a:solidFill>
                  <a:srgbClr val="0000CC"/>
                </a:solidFill>
                <a:latin typeface="Helvetica"/>
              </a:rPr>
              <a:t>process</a:t>
            </a:r>
            <a:r>
              <a:rPr lang="en-US" altLang="en-US" sz="1400" b="0" dirty="0">
                <a:solidFill>
                  <a:srgbClr val="0000CC"/>
                </a:solidFill>
              </a:rPr>
              <a:t> </a:t>
            </a:r>
            <a:r>
              <a:rPr lang="en-US" altLang="en-US" sz="1400" b="0" dirty="0">
                <a:solidFill>
                  <a:srgbClr val="0000CC"/>
                </a:solidFill>
                <a:latin typeface="Helvetica"/>
              </a:rPr>
              <a:t>(CLK, </a:t>
            </a:r>
            <a:r>
              <a:rPr lang="en-US" altLang="en-US" sz="1400" b="0" dirty="0" err="1">
                <a:solidFill>
                  <a:srgbClr val="0000CC"/>
                </a:solidFill>
                <a:latin typeface="Helvetica"/>
              </a:rPr>
              <a:t>Rst</a:t>
            </a:r>
            <a:r>
              <a:rPr lang="en-US" altLang="en-US" sz="1400" b="0" dirty="0">
                <a:solidFill>
                  <a:srgbClr val="0000CC"/>
                </a:solidFill>
                <a:latin typeface="Helvetica"/>
              </a:rPr>
              <a:t>)</a:t>
            </a:r>
            <a:br>
              <a:rPr lang="en-US" altLang="en-US" sz="1400" b="0" dirty="0">
                <a:solidFill>
                  <a:srgbClr val="0000CC"/>
                </a:solidFill>
                <a:latin typeface="Helvetica"/>
              </a:rPr>
            </a:br>
            <a:r>
              <a:rPr lang="en-US" altLang="en-US" sz="1400" b="0" dirty="0">
                <a:solidFill>
                  <a:srgbClr val="0000CC"/>
                </a:solidFill>
              </a:rPr>
              <a:t>   </a:t>
            </a:r>
            <a:r>
              <a:rPr lang="en-US" altLang="en-US" sz="1400" b="0" dirty="0">
                <a:solidFill>
                  <a:srgbClr val="0000CC"/>
                </a:solidFill>
                <a:latin typeface="Helvetica"/>
              </a:rPr>
              <a:t>begin</a:t>
            </a:r>
          </a:p>
          <a:p>
            <a:pPr algn="l" rtl="0" eaLnBrk="1" hangingPunct="1"/>
            <a:r>
              <a:rPr lang="en-US" altLang="en-US" sz="1400" b="0" dirty="0">
                <a:solidFill>
                  <a:srgbClr val="0000CC"/>
                </a:solidFill>
                <a:latin typeface="Helvetica"/>
              </a:rPr>
              <a:t>     if (</a:t>
            </a:r>
            <a:r>
              <a:rPr lang="en-US" altLang="en-US" sz="1400" b="0" dirty="0" err="1">
                <a:solidFill>
                  <a:srgbClr val="0000CC"/>
                </a:solidFill>
                <a:latin typeface="Helvetica"/>
              </a:rPr>
              <a:t>Rst</a:t>
            </a:r>
            <a:r>
              <a:rPr lang="en-US" altLang="en-US" sz="1400" b="0" dirty="0">
                <a:solidFill>
                  <a:srgbClr val="0000CC"/>
                </a:solidFill>
                <a:latin typeface="Helvetica"/>
              </a:rPr>
              <a:t> = ‘1’) then </a:t>
            </a:r>
          </a:p>
          <a:p>
            <a:pPr algn="l" rtl="0" eaLnBrk="1" hangingPunct="1"/>
            <a:r>
              <a:rPr lang="en-US" altLang="en-US" sz="1400" b="0" dirty="0">
                <a:solidFill>
                  <a:srgbClr val="0000CC"/>
                </a:solidFill>
                <a:latin typeface="Helvetica"/>
              </a:rPr>
              <a:t>	</a:t>
            </a:r>
            <a:r>
              <a:rPr lang="en-US" altLang="en-US" sz="1400" b="0" dirty="0">
                <a:solidFill>
                  <a:srgbClr val="FF0000"/>
                </a:solidFill>
                <a:latin typeface="Helvetica"/>
              </a:rPr>
              <a:t>COUNT &lt;= (others =&gt; ‘0’);</a:t>
            </a:r>
            <a:br>
              <a:rPr lang="en-US" altLang="en-US" sz="1400" b="0" dirty="0">
                <a:solidFill>
                  <a:srgbClr val="0000CC"/>
                </a:solidFill>
                <a:latin typeface="Helvetica"/>
              </a:rPr>
            </a:br>
            <a:r>
              <a:rPr lang="en-US" altLang="en-US" sz="1400" b="0" dirty="0">
                <a:solidFill>
                  <a:srgbClr val="0000CC"/>
                </a:solidFill>
              </a:rPr>
              <a:t>      </a:t>
            </a:r>
            <a:r>
              <a:rPr lang="en-US" altLang="en-US" sz="1400" b="0" dirty="0" err="1">
                <a:solidFill>
                  <a:srgbClr val="0000CC"/>
                </a:solidFill>
              </a:rPr>
              <a:t>els</a:t>
            </a:r>
            <a:r>
              <a:rPr lang="en-US" altLang="en-US" sz="1400" b="0" dirty="0" err="1">
                <a:solidFill>
                  <a:srgbClr val="0000CC"/>
                </a:solidFill>
                <a:latin typeface="Helvetica"/>
              </a:rPr>
              <a:t>if</a:t>
            </a:r>
            <a:r>
              <a:rPr lang="en-US" altLang="en-US" sz="1400" b="0" dirty="0">
                <a:solidFill>
                  <a:srgbClr val="0000CC"/>
                </a:solidFill>
              </a:rPr>
              <a:t> </a:t>
            </a:r>
            <a:r>
              <a:rPr lang="en-US" altLang="en-US" sz="1400" b="0" dirty="0" err="1">
                <a:solidFill>
                  <a:srgbClr val="0000CC"/>
                </a:solidFill>
                <a:latin typeface="Helvetica"/>
              </a:rPr>
              <a:t>CLK`event</a:t>
            </a:r>
            <a:r>
              <a:rPr lang="en-US" altLang="en-US" sz="1400" b="0" dirty="0">
                <a:solidFill>
                  <a:srgbClr val="0000CC"/>
                </a:solidFill>
              </a:rPr>
              <a:t> </a:t>
            </a:r>
            <a:r>
              <a:rPr lang="en-US" altLang="en-US" sz="1400" b="0" dirty="0">
                <a:solidFill>
                  <a:srgbClr val="0000CC"/>
                </a:solidFill>
                <a:latin typeface="Helvetica"/>
              </a:rPr>
              <a:t>and</a:t>
            </a:r>
            <a:r>
              <a:rPr lang="en-US" altLang="en-US" sz="1400" b="0" dirty="0">
                <a:solidFill>
                  <a:srgbClr val="0000CC"/>
                </a:solidFill>
              </a:rPr>
              <a:t> </a:t>
            </a:r>
            <a:r>
              <a:rPr lang="en-US" altLang="en-US" sz="1400" b="0" dirty="0">
                <a:solidFill>
                  <a:srgbClr val="0000CC"/>
                </a:solidFill>
                <a:latin typeface="Helvetica"/>
              </a:rPr>
              <a:t>CLK</a:t>
            </a:r>
            <a:r>
              <a:rPr lang="en-US" altLang="en-US" sz="1400" b="0" dirty="0">
                <a:solidFill>
                  <a:srgbClr val="0000CC"/>
                </a:solidFill>
              </a:rPr>
              <a:t> </a:t>
            </a:r>
            <a:r>
              <a:rPr lang="en-US" altLang="en-US" sz="1400" b="0" dirty="0">
                <a:solidFill>
                  <a:srgbClr val="0000CC"/>
                </a:solidFill>
                <a:latin typeface="Helvetica"/>
              </a:rPr>
              <a:t>=</a:t>
            </a:r>
            <a:r>
              <a:rPr lang="en-US" altLang="en-US" sz="1400" b="0" dirty="0">
                <a:solidFill>
                  <a:srgbClr val="0000CC"/>
                </a:solidFill>
              </a:rPr>
              <a:t> </a:t>
            </a:r>
            <a:r>
              <a:rPr lang="en-US" altLang="en-US" sz="1400" b="0" dirty="0">
                <a:solidFill>
                  <a:srgbClr val="0000CC"/>
                </a:solidFill>
                <a:latin typeface="Helvetica"/>
              </a:rPr>
              <a:t>`1`</a:t>
            </a:r>
            <a:r>
              <a:rPr lang="en-US" altLang="en-US" sz="1400" b="0" dirty="0">
                <a:solidFill>
                  <a:srgbClr val="0000CC"/>
                </a:solidFill>
              </a:rPr>
              <a:t> </a:t>
            </a:r>
            <a:r>
              <a:rPr lang="en-US" altLang="en-US" sz="1400" b="0" dirty="0">
                <a:solidFill>
                  <a:srgbClr val="0000CC"/>
                </a:solidFill>
                <a:latin typeface="Helvetica"/>
              </a:rPr>
              <a:t>then</a:t>
            </a:r>
          </a:p>
          <a:p>
            <a:pPr algn="l" rtl="0" eaLnBrk="1" hangingPunct="1"/>
            <a:r>
              <a:rPr lang="en-US" altLang="en-US" sz="1400" b="0" dirty="0">
                <a:solidFill>
                  <a:srgbClr val="0000CC"/>
                </a:solidFill>
                <a:latin typeface="Helvetica"/>
              </a:rPr>
              <a:t>	</a:t>
            </a:r>
            <a:r>
              <a:rPr lang="en-US" altLang="en-US" sz="1400" b="0" dirty="0">
                <a:solidFill>
                  <a:srgbClr val="FF0000"/>
                </a:solidFill>
                <a:latin typeface="Helvetica"/>
              </a:rPr>
              <a:t>if</a:t>
            </a:r>
            <a:r>
              <a:rPr lang="en-US" altLang="en-US" sz="1400" b="0" dirty="0">
                <a:solidFill>
                  <a:srgbClr val="FF0000"/>
                </a:solidFill>
              </a:rPr>
              <a:t> </a:t>
            </a:r>
            <a:r>
              <a:rPr lang="en-US" altLang="en-US" sz="1400" b="0" dirty="0">
                <a:solidFill>
                  <a:srgbClr val="FF0000"/>
                </a:solidFill>
                <a:latin typeface="Helvetica"/>
              </a:rPr>
              <a:t>(COUNT</a:t>
            </a:r>
            <a:r>
              <a:rPr lang="en-US" altLang="en-US" sz="1400" b="0" dirty="0">
                <a:solidFill>
                  <a:srgbClr val="FF0000"/>
                </a:solidFill>
              </a:rPr>
              <a:t> </a:t>
            </a:r>
            <a:r>
              <a:rPr lang="en-US" altLang="en-US" sz="1400" b="0" dirty="0">
                <a:solidFill>
                  <a:srgbClr val="FF0000"/>
                </a:solidFill>
                <a:latin typeface="Helvetica"/>
              </a:rPr>
              <a:t>&gt;=</a:t>
            </a:r>
            <a:r>
              <a:rPr lang="en-US" altLang="en-US" sz="1400" b="0" dirty="0">
                <a:solidFill>
                  <a:srgbClr val="FF0000"/>
                </a:solidFill>
              </a:rPr>
              <a:t> </a:t>
            </a:r>
            <a:r>
              <a:rPr lang="en-US" altLang="en-US" sz="1400" b="0" dirty="0">
                <a:solidFill>
                  <a:srgbClr val="FF0000"/>
                </a:solidFill>
                <a:latin typeface="Helvetica"/>
              </a:rPr>
              <a:t>12)</a:t>
            </a:r>
            <a:r>
              <a:rPr lang="en-US" altLang="en-US" sz="1400" b="0" dirty="0">
                <a:solidFill>
                  <a:srgbClr val="FF0000"/>
                </a:solidFill>
              </a:rPr>
              <a:t> </a:t>
            </a:r>
            <a:r>
              <a:rPr lang="en-US" altLang="en-US" sz="1400" b="0" dirty="0">
                <a:solidFill>
                  <a:srgbClr val="FF0000"/>
                </a:solidFill>
                <a:latin typeface="Helvetica"/>
              </a:rPr>
              <a:t>then</a:t>
            </a:r>
            <a:br>
              <a:rPr lang="en-US" altLang="en-US" sz="1400" b="0" dirty="0">
                <a:solidFill>
                  <a:srgbClr val="FF0000"/>
                </a:solidFill>
                <a:latin typeface="Helvetica"/>
              </a:rPr>
            </a:br>
            <a:r>
              <a:rPr lang="en-US" altLang="en-US" sz="1400" b="0" dirty="0">
                <a:solidFill>
                  <a:srgbClr val="FF0000"/>
                </a:solidFill>
                <a:latin typeface="Helvetica"/>
              </a:rPr>
              <a:t>	    COUNT</a:t>
            </a:r>
            <a:r>
              <a:rPr lang="en-US" altLang="en-US" sz="1400" b="0" dirty="0">
                <a:solidFill>
                  <a:srgbClr val="FF0000"/>
                </a:solidFill>
              </a:rPr>
              <a:t> </a:t>
            </a:r>
            <a:r>
              <a:rPr lang="en-US" altLang="en-US" sz="1400" b="0" dirty="0">
                <a:solidFill>
                  <a:srgbClr val="FF0000"/>
                </a:solidFill>
                <a:latin typeface="Helvetica"/>
              </a:rPr>
              <a:t>&lt;=</a:t>
            </a:r>
            <a:r>
              <a:rPr lang="en-US" altLang="en-US" sz="1400" b="0" dirty="0">
                <a:solidFill>
                  <a:srgbClr val="FF0000"/>
                </a:solidFill>
              </a:rPr>
              <a:t> </a:t>
            </a:r>
            <a:r>
              <a:rPr lang="en-US" altLang="en-US" sz="1400" b="0" dirty="0">
                <a:solidFill>
                  <a:srgbClr val="FF0000"/>
                </a:solidFill>
                <a:latin typeface="Helvetica"/>
              </a:rPr>
              <a:t>0;</a:t>
            </a:r>
            <a:br>
              <a:rPr lang="en-US" altLang="en-US" sz="1400" b="0" dirty="0">
                <a:solidFill>
                  <a:srgbClr val="FF0000"/>
                </a:solidFill>
                <a:latin typeface="Helvetica"/>
              </a:rPr>
            </a:br>
            <a:r>
              <a:rPr lang="en-US" altLang="en-US" sz="1400" b="0" dirty="0">
                <a:solidFill>
                  <a:srgbClr val="FF0000"/>
                </a:solidFill>
                <a:latin typeface="Helvetica"/>
              </a:rPr>
              <a:t>	else</a:t>
            </a:r>
            <a:br>
              <a:rPr lang="en-US" altLang="en-US" sz="1400" b="0" dirty="0">
                <a:solidFill>
                  <a:srgbClr val="FF0000"/>
                </a:solidFill>
                <a:latin typeface="Helvetica"/>
              </a:rPr>
            </a:br>
            <a:r>
              <a:rPr lang="en-US" altLang="en-US" sz="1400" b="0" dirty="0">
                <a:solidFill>
                  <a:srgbClr val="FF0000"/>
                </a:solidFill>
                <a:latin typeface="Helvetica"/>
              </a:rPr>
              <a:t>	    COUNT</a:t>
            </a:r>
            <a:r>
              <a:rPr lang="en-US" altLang="en-US" sz="1400" b="0" dirty="0">
                <a:solidFill>
                  <a:srgbClr val="FF0000"/>
                </a:solidFill>
              </a:rPr>
              <a:t> </a:t>
            </a:r>
            <a:r>
              <a:rPr lang="en-US" altLang="en-US" sz="1400" b="0" dirty="0">
                <a:solidFill>
                  <a:srgbClr val="FF0000"/>
                </a:solidFill>
                <a:latin typeface="Helvetica"/>
              </a:rPr>
              <a:t>&lt;=</a:t>
            </a:r>
            <a:r>
              <a:rPr lang="en-US" altLang="en-US" sz="1400" b="0" dirty="0">
                <a:solidFill>
                  <a:srgbClr val="FF0000"/>
                </a:solidFill>
              </a:rPr>
              <a:t> </a:t>
            </a:r>
            <a:r>
              <a:rPr lang="en-US" altLang="en-US" sz="1400" b="0" dirty="0">
                <a:solidFill>
                  <a:srgbClr val="FF0000"/>
                </a:solidFill>
                <a:latin typeface="Helvetica"/>
              </a:rPr>
              <a:t>COUNT</a:t>
            </a:r>
            <a:r>
              <a:rPr lang="en-US" altLang="en-US" sz="1400" b="0" dirty="0">
                <a:solidFill>
                  <a:srgbClr val="FF0000"/>
                </a:solidFill>
              </a:rPr>
              <a:t> </a:t>
            </a:r>
            <a:r>
              <a:rPr lang="en-US" altLang="en-US" sz="1400" b="0" dirty="0">
                <a:solidFill>
                  <a:srgbClr val="FF0000"/>
                </a:solidFill>
                <a:latin typeface="Helvetica"/>
              </a:rPr>
              <a:t>+1;</a:t>
            </a:r>
            <a:br>
              <a:rPr lang="en-US" altLang="en-US" sz="1400" b="0" dirty="0">
                <a:solidFill>
                  <a:srgbClr val="FF0000"/>
                </a:solidFill>
                <a:latin typeface="Helvetica"/>
              </a:rPr>
            </a:br>
            <a:r>
              <a:rPr lang="en-US" altLang="en-US" sz="1400" b="0" dirty="0">
                <a:solidFill>
                  <a:srgbClr val="FF0000"/>
                </a:solidFill>
                <a:latin typeface="Helvetica"/>
              </a:rPr>
              <a:t>	end</a:t>
            </a:r>
            <a:r>
              <a:rPr lang="en-US" altLang="en-US" sz="1400" b="0" dirty="0">
                <a:solidFill>
                  <a:srgbClr val="FF0000"/>
                </a:solidFill>
              </a:rPr>
              <a:t> </a:t>
            </a:r>
            <a:r>
              <a:rPr lang="en-US" altLang="en-US" sz="1400" b="0" dirty="0">
                <a:solidFill>
                  <a:srgbClr val="FF0000"/>
                </a:solidFill>
                <a:latin typeface="Helvetica"/>
              </a:rPr>
              <a:t>if;</a:t>
            </a:r>
            <a:br>
              <a:rPr lang="en-US" altLang="en-US" sz="1400" b="0" dirty="0">
                <a:solidFill>
                  <a:srgbClr val="FF0000"/>
                </a:solidFill>
                <a:latin typeface="Helvetica"/>
              </a:rPr>
            </a:br>
            <a:r>
              <a:rPr lang="en-US" altLang="en-US" sz="1400" b="0" dirty="0">
                <a:solidFill>
                  <a:srgbClr val="0000CC"/>
                </a:solidFill>
              </a:rPr>
              <a:t>      </a:t>
            </a:r>
            <a:r>
              <a:rPr lang="en-US" altLang="en-US" sz="1400" b="0" dirty="0">
                <a:solidFill>
                  <a:srgbClr val="0000CC"/>
                </a:solidFill>
                <a:latin typeface="Helvetica"/>
              </a:rPr>
              <a:t>end</a:t>
            </a:r>
            <a:r>
              <a:rPr lang="en-US" altLang="en-US" sz="1400" b="0" dirty="0">
                <a:solidFill>
                  <a:srgbClr val="0000CC"/>
                </a:solidFill>
              </a:rPr>
              <a:t> </a:t>
            </a:r>
            <a:r>
              <a:rPr lang="en-US" altLang="en-US" sz="1400" b="0" dirty="0">
                <a:solidFill>
                  <a:srgbClr val="0000CC"/>
                </a:solidFill>
                <a:latin typeface="Helvetica"/>
              </a:rPr>
              <a:t>if;</a:t>
            </a:r>
            <a:br>
              <a:rPr lang="en-US" altLang="en-US" sz="1400" b="0" dirty="0">
                <a:solidFill>
                  <a:srgbClr val="0000CC"/>
                </a:solidFill>
                <a:latin typeface="Helvetica"/>
              </a:rPr>
            </a:br>
            <a:r>
              <a:rPr lang="en-US" altLang="en-US" sz="1400" b="0" dirty="0">
                <a:solidFill>
                  <a:srgbClr val="0000CC"/>
                </a:solidFill>
              </a:rPr>
              <a:t>   </a:t>
            </a:r>
            <a:r>
              <a:rPr lang="en-US" altLang="en-US" sz="1400" b="0" dirty="0">
                <a:solidFill>
                  <a:srgbClr val="0000CC"/>
                </a:solidFill>
                <a:latin typeface="Helvetica"/>
              </a:rPr>
              <a:t>end</a:t>
            </a:r>
            <a:r>
              <a:rPr lang="en-US" altLang="en-US" sz="1400" b="0" dirty="0">
                <a:solidFill>
                  <a:srgbClr val="0000CC"/>
                </a:solidFill>
              </a:rPr>
              <a:t> </a:t>
            </a:r>
            <a:r>
              <a:rPr lang="en-US" altLang="en-US" sz="1400" b="0" dirty="0">
                <a:solidFill>
                  <a:srgbClr val="0000CC"/>
                </a:solidFill>
                <a:latin typeface="Helvetica"/>
              </a:rPr>
              <a:t>process;</a:t>
            </a:r>
          </a:p>
          <a:p>
            <a:pPr algn="l" rtl="0" eaLnBrk="1" hangingPunct="1"/>
            <a:br>
              <a:rPr lang="en-US" altLang="en-US" sz="1400" b="0" dirty="0">
                <a:solidFill>
                  <a:srgbClr val="0000CC"/>
                </a:solidFill>
                <a:latin typeface="Helvetica"/>
              </a:rPr>
            </a:br>
            <a:r>
              <a:rPr lang="en-US" altLang="en-US" sz="1400" b="0" dirty="0">
                <a:solidFill>
                  <a:srgbClr val="0000CC"/>
                </a:solidFill>
              </a:rPr>
              <a:t>   </a:t>
            </a:r>
            <a:r>
              <a:rPr lang="en-US" altLang="en-US" sz="1400" dirty="0">
                <a:solidFill>
                  <a:srgbClr val="0000CC"/>
                </a:solidFill>
                <a:latin typeface="Helvetica"/>
              </a:rPr>
              <a:t> </a:t>
            </a:r>
            <a:r>
              <a:rPr lang="en-US" altLang="en-US" sz="1400" dirty="0">
                <a:solidFill>
                  <a:srgbClr val="FF0000"/>
                </a:solidFill>
                <a:latin typeface="Helvetica"/>
              </a:rPr>
              <a:t>Q</a:t>
            </a:r>
            <a:r>
              <a:rPr lang="en-US" altLang="en-US" sz="1400" dirty="0">
                <a:solidFill>
                  <a:srgbClr val="FF0000"/>
                </a:solidFill>
              </a:rPr>
              <a:t> </a:t>
            </a:r>
            <a:r>
              <a:rPr lang="en-US" altLang="en-US" sz="1400" dirty="0">
                <a:solidFill>
                  <a:srgbClr val="FF0000"/>
                </a:solidFill>
                <a:latin typeface="Helvetica"/>
              </a:rPr>
              <a:t>&lt;=</a:t>
            </a:r>
            <a:r>
              <a:rPr lang="en-US" altLang="en-US" sz="1400" dirty="0">
                <a:solidFill>
                  <a:srgbClr val="FF0000"/>
                </a:solidFill>
              </a:rPr>
              <a:t> </a:t>
            </a:r>
            <a:r>
              <a:rPr lang="en-US" altLang="en-US" sz="1400" dirty="0">
                <a:solidFill>
                  <a:srgbClr val="FF0000"/>
                </a:solidFill>
                <a:latin typeface="Helvetica"/>
              </a:rPr>
              <a:t>COUNT;</a:t>
            </a:r>
            <a:br>
              <a:rPr lang="en-US" altLang="en-US" sz="1400" dirty="0">
                <a:solidFill>
                  <a:srgbClr val="FF0000"/>
                </a:solidFill>
                <a:latin typeface="Helvetica"/>
              </a:rPr>
            </a:br>
            <a:r>
              <a:rPr lang="en-US" altLang="en-US" sz="1400" b="0" dirty="0">
                <a:solidFill>
                  <a:srgbClr val="0000CC"/>
                </a:solidFill>
                <a:latin typeface="Helvetica"/>
              </a:rPr>
              <a:t>end</a:t>
            </a:r>
            <a:r>
              <a:rPr lang="en-US" altLang="en-US" sz="1400" b="0" dirty="0">
                <a:solidFill>
                  <a:srgbClr val="0000CC"/>
                </a:solidFill>
              </a:rPr>
              <a:t> </a:t>
            </a:r>
            <a:r>
              <a:rPr lang="en-US" altLang="en-US" sz="1400" b="0" dirty="0">
                <a:solidFill>
                  <a:srgbClr val="0000CC"/>
                </a:solidFill>
                <a:latin typeface="Helvetica"/>
              </a:rPr>
              <a:t>A;</a:t>
            </a:r>
          </a:p>
        </p:txBody>
      </p:sp>
    </p:spTree>
    <p:extLst>
      <p:ext uri="{BB962C8B-B14F-4D97-AF65-F5344CB8AC3E}">
        <p14:creationId xmlns:p14="http://schemas.microsoft.com/office/powerpoint/2010/main" val="254284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5 – Irregular Counter</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17</a:t>
            </a:fld>
            <a:endParaRPr lang="en-US" dirty="0">
              <a:solidFill>
                <a:srgbClr val="000000"/>
              </a:solidFill>
            </a:endParaRPr>
          </a:p>
        </p:txBody>
      </p:sp>
      <p:sp>
        <p:nvSpPr>
          <p:cNvPr id="9" name="Rectangle 3"/>
          <p:cNvSpPr txBox="1">
            <a:spLocks noChangeArrowheads="1"/>
          </p:cNvSpPr>
          <p:nvPr/>
        </p:nvSpPr>
        <p:spPr bwMode="auto">
          <a:xfrm>
            <a:off x="533400" y="1219199"/>
            <a:ext cx="7924800" cy="2513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2400" b="0" kern="0" dirty="0">
                <a:solidFill>
                  <a:schemeClr val="accent6">
                    <a:lumMod val="75000"/>
                  </a:schemeClr>
                </a:solidFill>
                <a:latin typeface="Arial"/>
                <a:cs typeface="Zar"/>
              </a:rPr>
              <a:t>Design a counter to count the following sequence:</a:t>
            </a:r>
          </a:p>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kumimoji="0" lang="en-US" altLang="en-US" sz="2400" b="0" i="0" u="none" strike="noStrike" kern="0" cap="none" spc="0" normalizeH="0" baseline="0" noProof="0" dirty="0">
                <a:ln>
                  <a:noFill/>
                </a:ln>
                <a:solidFill>
                  <a:schemeClr val="accent6">
                    <a:lumMod val="75000"/>
                  </a:schemeClr>
                </a:solidFill>
                <a:effectLst/>
                <a:uLnTx/>
                <a:uFillTx/>
                <a:latin typeface="Arial"/>
                <a:cs typeface="Zar"/>
              </a:rPr>
              <a:t>0 -&gt; 5 -&gt; 2 -&gt; 7 -&gt; 3 -&gt; 0</a:t>
            </a:r>
          </a:p>
        </p:txBody>
      </p:sp>
      <p:sp>
        <p:nvSpPr>
          <p:cNvPr id="6" name="Text Box 5">
            <a:extLst>
              <a:ext uri="{FF2B5EF4-FFF2-40B4-BE49-F238E27FC236}">
                <a16:creationId xmlns:a16="http://schemas.microsoft.com/office/drawing/2014/main" id="{3BACF843-5961-4040-BCFC-E67E58781022}"/>
              </a:ext>
            </a:extLst>
          </p:cNvPr>
          <p:cNvSpPr txBox="1">
            <a:spLocks noChangeArrowheads="1"/>
          </p:cNvSpPr>
          <p:nvPr/>
        </p:nvSpPr>
        <p:spPr bwMode="auto">
          <a:xfrm>
            <a:off x="457200" y="2819400"/>
            <a:ext cx="3646805"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2000" dirty="0">
                <a:solidFill>
                  <a:srgbClr val="000000"/>
                </a:solidFill>
                <a:ea typeface="+mn-ea"/>
              </a:rPr>
              <a:t>S</a:t>
            </a:r>
            <a:r>
              <a:rPr lang="en-US" altLang="en-US" sz="2000" baseline="-25000" dirty="0">
                <a:solidFill>
                  <a:srgbClr val="000000"/>
                </a:solidFill>
                <a:ea typeface="+mn-ea"/>
              </a:rPr>
              <a:t>0</a:t>
            </a:r>
            <a:r>
              <a:rPr lang="en-US" altLang="en-US" sz="2000" dirty="0">
                <a:solidFill>
                  <a:srgbClr val="000000"/>
                </a:solidFill>
                <a:ea typeface="+mn-ea"/>
              </a:rPr>
              <a:t> / 0</a:t>
            </a:r>
          </a:p>
          <a:p>
            <a:pPr eaLnBrk="1" hangingPunct="1">
              <a:spcBef>
                <a:spcPct val="50000"/>
              </a:spcBef>
            </a:pPr>
            <a:r>
              <a:rPr lang="en-US" altLang="en-US" sz="2000" dirty="0">
                <a:solidFill>
                  <a:srgbClr val="000000"/>
                </a:solidFill>
                <a:ea typeface="+mn-ea"/>
              </a:rPr>
              <a:t>S</a:t>
            </a:r>
            <a:r>
              <a:rPr lang="en-US" altLang="en-US" sz="2000" baseline="-25000" dirty="0">
                <a:solidFill>
                  <a:srgbClr val="000000"/>
                </a:solidFill>
                <a:ea typeface="+mn-ea"/>
              </a:rPr>
              <a:t>1</a:t>
            </a:r>
            <a:r>
              <a:rPr lang="en-US" altLang="en-US" sz="2000" dirty="0">
                <a:solidFill>
                  <a:srgbClr val="000000"/>
                </a:solidFill>
                <a:ea typeface="+mn-ea"/>
              </a:rPr>
              <a:t> / 5</a:t>
            </a:r>
          </a:p>
          <a:p>
            <a:pPr eaLnBrk="1" hangingPunct="1">
              <a:spcBef>
                <a:spcPct val="50000"/>
              </a:spcBef>
            </a:pPr>
            <a:r>
              <a:rPr lang="en-US" altLang="en-US" sz="2000" dirty="0">
                <a:solidFill>
                  <a:srgbClr val="000000"/>
                </a:solidFill>
                <a:ea typeface="+mn-ea"/>
              </a:rPr>
              <a:t>S</a:t>
            </a:r>
            <a:r>
              <a:rPr lang="en-US" altLang="en-US" sz="2000" baseline="-25000" dirty="0">
                <a:solidFill>
                  <a:srgbClr val="000000"/>
                </a:solidFill>
                <a:ea typeface="+mn-ea"/>
              </a:rPr>
              <a:t>2</a:t>
            </a:r>
            <a:r>
              <a:rPr lang="en-US" altLang="en-US" sz="2000" dirty="0">
                <a:solidFill>
                  <a:srgbClr val="000000"/>
                </a:solidFill>
                <a:ea typeface="+mn-ea"/>
              </a:rPr>
              <a:t> / 2</a:t>
            </a:r>
          </a:p>
          <a:p>
            <a:pPr eaLnBrk="1" hangingPunct="1">
              <a:spcBef>
                <a:spcPct val="50000"/>
              </a:spcBef>
            </a:pPr>
            <a:r>
              <a:rPr lang="en-US" altLang="en-US" sz="2000" dirty="0">
                <a:solidFill>
                  <a:srgbClr val="000000"/>
                </a:solidFill>
                <a:ea typeface="+mn-ea"/>
              </a:rPr>
              <a:t>S</a:t>
            </a:r>
            <a:r>
              <a:rPr lang="en-US" altLang="en-US" sz="2000" baseline="-25000" dirty="0">
                <a:solidFill>
                  <a:srgbClr val="000000"/>
                </a:solidFill>
                <a:ea typeface="+mn-ea"/>
              </a:rPr>
              <a:t>3</a:t>
            </a:r>
            <a:r>
              <a:rPr lang="en-US" altLang="en-US" sz="2000" dirty="0">
                <a:solidFill>
                  <a:srgbClr val="000000"/>
                </a:solidFill>
                <a:ea typeface="+mn-ea"/>
              </a:rPr>
              <a:t> / 7</a:t>
            </a:r>
          </a:p>
          <a:p>
            <a:pPr eaLnBrk="1" hangingPunct="1">
              <a:spcBef>
                <a:spcPct val="50000"/>
              </a:spcBef>
            </a:pPr>
            <a:r>
              <a:rPr lang="en-US" altLang="en-US" sz="2000" dirty="0">
                <a:solidFill>
                  <a:srgbClr val="000000"/>
                </a:solidFill>
              </a:rPr>
              <a:t>S</a:t>
            </a:r>
            <a:r>
              <a:rPr lang="en-US" altLang="en-US" sz="2000" baseline="-25000" dirty="0">
                <a:solidFill>
                  <a:srgbClr val="000000"/>
                </a:solidFill>
              </a:rPr>
              <a:t>4</a:t>
            </a:r>
            <a:r>
              <a:rPr lang="en-US" altLang="en-US" sz="2000" dirty="0">
                <a:solidFill>
                  <a:srgbClr val="000000"/>
                </a:solidFill>
              </a:rPr>
              <a:t> / 3</a:t>
            </a:r>
          </a:p>
          <a:p>
            <a:pPr eaLnBrk="1" hangingPunct="1">
              <a:spcBef>
                <a:spcPct val="50000"/>
              </a:spcBef>
            </a:pPr>
            <a:endParaRPr lang="en-US" altLang="en-US" sz="2000" dirty="0">
              <a:solidFill>
                <a:srgbClr val="000000"/>
              </a:solidFill>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8D4C288-5110-8149-A443-7CF991190951}"/>
                  </a:ext>
                </a:extLst>
              </p14:cNvPr>
              <p14:cNvContentPartPr/>
              <p14:nvPr/>
            </p14:nvContentPartPr>
            <p14:xfrm>
              <a:off x="2499840" y="1701720"/>
              <a:ext cx="4982040" cy="3987720"/>
            </p14:xfrm>
          </p:contentPart>
        </mc:Choice>
        <mc:Fallback xmlns="">
          <p:pic>
            <p:nvPicPr>
              <p:cNvPr id="3" name="Ink 2">
                <a:extLst>
                  <a:ext uri="{FF2B5EF4-FFF2-40B4-BE49-F238E27FC236}">
                    <a16:creationId xmlns:a16="http://schemas.microsoft.com/office/drawing/2014/main" id="{18D4C288-5110-8149-A443-7CF991190951}"/>
                  </a:ext>
                </a:extLst>
              </p:cNvPr>
              <p:cNvPicPr/>
              <p:nvPr/>
            </p:nvPicPr>
            <p:blipFill>
              <a:blip r:embed="rId3"/>
              <a:stretch>
                <a:fillRect/>
              </a:stretch>
            </p:blipFill>
            <p:spPr>
              <a:xfrm>
                <a:off x="2490480" y="1692360"/>
                <a:ext cx="5000760" cy="4006440"/>
              </a:xfrm>
              <a:prstGeom prst="rect">
                <a:avLst/>
              </a:prstGeom>
            </p:spPr>
          </p:pic>
        </mc:Fallback>
      </mc:AlternateContent>
    </p:spTree>
    <p:extLst>
      <p:ext uri="{BB962C8B-B14F-4D97-AF65-F5344CB8AC3E}">
        <p14:creationId xmlns:p14="http://schemas.microsoft.com/office/powerpoint/2010/main" val="37664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6</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18</a:t>
            </a:fld>
            <a:endParaRPr lang="en-US" dirty="0">
              <a:solidFill>
                <a:srgbClr val="000000"/>
              </a:solidFill>
            </a:endParaRPr>
          </a:p>
        </p:txBody>
      </p:sp>
      <p:sp>
        <p:nvSpPr>
          <p:cNvPr id="6" name="Rectangle 3">
            <a:extLst>
              <a:ext uri="{FF2B5EF4-FFF2-40B4-BE49-F238E27FC236}">
                <a16:creationId xmlns:a16="http://schemas.microsoft.com/office/drawing/2014/main" id="{2A850DA4-59A0-C647-8A77-1DF1F183EBA0}"/>
              </a:ext>
            </a:extLst>
          </p:cNvPr>
          <p:cNvSpPr txBox="1">
            <a:spLocks noChangeArrowheads="1"/>
          </p:cNvSpPr>
          <p:nvPr/>
        </p:nvSpPr>
        <p:spPr bwMode="auto">
          <a:xfrm>
            <a:off x="685800" y="1367493"/>
            <a:ext cx="7486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3200" kern="0" dirty="0">
                <a:latin typeface="Arial"/>
                <a:cs typeface="Zar"/>
              </a:rPr>
              <a:t>Sequence Detector: 100xx…xx</a:t>
            </a:r>
            <a:endParaRPr kumimoji="0" lang="en-US" altLang="en-US" sz="3200" b="1" i="0" u="none" strike="noStrike" kern="0" cap="none" spc="0" normalizeH="0" baseline="0" noProof="0" dirty="0">
              <a:ln>
                <a:noFill/>
              </a:ln>
              <a:solidFill>
                <a:srgbClr val="FF5050"/>
              </a:solidFill>
              <a:effectLst/>
              <a:uLnTx/>
              <a:uFillTx/>
              <a:latin typeface="Arial"/>
              <a:ea typeface="+mn-ea"/>
              <a:cs typeface="Zar"/>
            </a:endParaRPr>
          </a:p>
        </p:txBody>
      </p:sp>
      <p:sp>
        <p:nvSpPr>
          <p:cNvPr id="7" name="Left Brace 6">
            <a:extLst>
              <a:ext uri="{FF2B5EF4-FFF2-40B4-BE49-F238E27FC236}">
                <a16:creationId xmlns:a16="http://schemas.microsoft.com/office/drawing/2014/main" id="{A5C5CD74-1619-9B45-B8B0-4E8CA957D6A2}"/>
              </a:ext>
            </a:extLst>
          </p:cNvPr>
          <p:cNvSpPr/>
          <p:nvPr/>
        </p:nvSpPr>
        <p:spPr bwMode="auto">
          <a:xfrm rot="16200000">
            <a:off x="6686550" y="1459250"/>
            <a:ext cx="304800" cy="1257300"/>
          </a:xfrm>
          <a:prstGeom prst="lef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64" charset="-128"/>
            </a:endParaRPr>
          </a:p>
        </p:txBody>
      </p:sp>
      <p:sp>
        <p:nvSpPr>
          <p:cNvPr id="9" name="Text Box 5">
            <a:extLst>
              <a:ext uri="{FF2B5EF4-FFF2-40B4-BE49-F238E27FC236}">
                <a16:creationId xmlns:a16="http://schemas.microsoft.com/office/drawing/2014/main" id="{B1D5BF9E-E135-6147-A37D-C1C426DC9B28}"/>
              </a:ext>
            </a:extLst>
          </p:cNvPr>
          <p:cNvSpPr txBox="1">
            <a:spLocks noChangeArrowheads="1"/>
          </p:cNvSpPr>
          <p:nvPr/>
        </p:nvSpPr>
        <p:spPr bwMode="auto">
          <a:xfrm>
            <a:off x="3962400" y="2240300"/>
            <a:ext cx="4876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algn="ctr" eaLnBrk="1" hangingPunct="1">
              <a:spcBef>
                <a:spcPct val="50000"/>
              </a:spcBef>
            </a:pPr>
            <a:r>
              <a:rPr lang="fa-IR" altLang="en-US" sz="2400" dirty="0">
                <a:solidFill>
                  <a:srgbClr val="000000"/>
                </a:solidFill>
                <a:latin typeface="B Mitra" pitchFamily="2" charset="-78"/>
                <a:ea typeface="+mn-ea"/>
                <a:cs typeface="B Mitra" pitchFamily="2" charset="-78"/>
              </a:rPr>
              <a:t>برای ۶۴ کلاک خروجی را یک نگاه دارد</a:t>
            </a:r>
            <a:endParaRPr lang="en-US" altLang="en-US" sz="2400" dirty="0">
              <a:solidFill>
                <a:srgbClr val="000000"/>
              </a:solidFill>
              <a:latin typeface="B Mitra" pitchFamily="2" charset="-78"/>
              <a:ea typeface="+mn-ea"/>
              <a:cs typeface="B Mitra" pitchFamily="2" charset="-78"/>
            </a:endParaRPr>
          </a:p>
        </p:txBody>
      </p:sp>
    </p:spTree>
    <p:extLst>
      <p:ext uri="{BB962C8B-B14F-4D97-AF65-F5344CB8AC3E}">
        <p14:creationId xmlns:p14="http://schemas.microsoft.com/office/powerpoint/2010/main" val="2001121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6</a:t>
            </a:r>
            <a:endParaRPr lang="en-US" dirty="0"/>
          </a:p>
        </p:txBody>
      </p:sp>
      <p:sp>
        <p:nvSpPr>
          <p:cNvPr id="4" name="Footer Placeholder 3"/>
          <p:cNvSpPr>
            <a:spLocks noGrp="1"/>
          </p:cNvSpPr>
          <p:nvPr>
            <p:ph type="ftr" sz="quarter" idx="11"/>
          </p:nvPr>
        </p:nvSpPr>
        <p:spPr/>
        <p:txBody>
          <a:bodyPr/>
          <a:lstStyle/>
          <a:p>
            <a:pPr>
              <a:defRPr/>
            </a:pPr>
            <a:r>
              <a:rPr lang="en-US">
                <a:solidFill>
                  <a:srgbClr val="000000"/>
                </a:solidFill>
              </a:rPr>
              <a:t>Mahdi Aminian</a:t>
            </a:r>
            <a:endParaRPr lang="en-US" dirty="0">
              <a:solidFill>
                <a:srgbClr val="000000"/>
              </a:solidFill>
            </a:endParaRPr>
          </a:p>
        </p:txBody>
      </p:sp>
      <p:sp>
        <p:nvSpPr>
          <p:cNvPr id="5" name="Slide Number Placeholder 4"/>
          <p:cNvSpPr>
            <a:spLocks noGrp="1"/>
          </p:cNvSpPr>
          <p:nvPr>
            <p:ph type="sldNum" sz="quarter" idx="12"/>
          </p:nvPr>
        </p:nvSpPr>
        <p:spPr/>
        <p:txBody>
          <a:bodyPr/>
          <a:lstStyle/>
          <a:p>
            <a:pPr>
              <a:defRPr/>
            </a:pPr>
            <a:fld id="{97A035BB-E83D-4AE3-B588-6367177E4C62}" type="slidenum">
              <a:rPr lang="en-US" smtClean="0">
                <a:solidFill>
                  <a:srgbClr val="000000"/>
                </a:solidFill>
              </a:rPr>
              <a:pPr>
                <a:defRPr/>
              </a:pPr>
              <a:t>19</a:t>
            </a:fld>
            <a:endParaRPr lang="en-US" dirty="0">
              <a:solidFill>
                <a:srgbClr val="000000"/>
              </a:solidFill>
            </a:endParaRPr>
          </a:p>
        </p:txBody>
      </p:sp>
      <p:sp>
        <p:nvSpPr>
          <p:cNvPr id="6" name="Rectangle 3">
            <a:extLst>
              <a:ext uri="{FF2B5EF4-FFF2-40B4-BE49-F238E27FC236}">
                <a16:creationId xmlns:a16="http://schemas.microsoft.com/office/drawing/2014/main" id="{2A850DA4-59A0-C647-8A77-1DF1F183EBA0}"/>
              </a:ext>
            </a:extLst>
          </p:cNvPr>
          <p:cNvSpPr txBox="1">
            <a:spLocks noChangeArrowheads="1"/>
          </p:cNvSpPr>
          <p:nvPr/>
        </p:nvSpPr>
        <p:spPr bwMode="auto">
          <a:xfrm>
            <a:off x="685800" y="1367493"/>
            <a:ext cx="7486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828" tIns="50914" rIns="101828" bIns="50914" numCol="1" anchor="t" anchorCtr="0" compatLnSpc="1">
            <a:prstTxWarp prst="textNoShape">
              <a:avLst/>
            </a:prstTxWarp>
          </a:bodyPr>
          <a:lstStyle>
            <a:lvl1pPr marL="762000" indent="-762000" algn="l" rtl="0" eaLnBrk="0" fontAlgn="base" hangingPunct="0">
              <a:spcBef>
                <a:spcPct val="20000"/>
              </a:spcBef>
              <a:spcAft>
                <a:spcPct val="0"/>
              </a:spcAft>
              <a:buChar char="•"/>
              <a:defRPr sz="4000" b="1">
                <a:solidFill>
                  <a:srgbClr val="FF5050"/>
                </a:solidFill>
                <a:latin typeface="+mn-lt"/>
                <a:ea typeface="+mn-ea"/>
                <a:cs typeface="+mn-cs"/>
              </a:defRPr>
            </a:lvl1pPr>
            <a:lvl2pPr marL="1066800" indent="-609600" algn="l" rtl="0" eaLnBrk="0" fontAlgn="base" hangingPunct="0">
              <a:spcBef>
                <a:spcPct val="20000"/>
              </a:spcBef>
              <a:spcAft>
                <a:spcPct val="0"/>
              </a:spcAft>
              <a:buFont typeface="Wingdings" pitchFamily="2" charset="2"/>
              <a:buChar char="Ø"/>
              <a:defRPr sz="3200">
                <a:solidFill>
                  <a:srgbClr val="0000FF"/>
                </a:solidFill>
                <a:latin typeface="+mn-lt"/>
                <a:cs typeface="+mn-cs"/>
              </a:defRPr>
            </a:lvl2pPr>
            <a:lvl3pPr marL="1562100" indent="-533400" algn="l" rtl="0" eaLnBrk="0" fontAlgn="base" hangingPunct="0">
              <a:spcBef>
                <a:spcPct val="20000"/>
              </a:spcBef>
              <a:spcAft>
                <a:spcPct val="0"/>
              </a:spcAft>
              <a:buFont typeface="Wingdings" pitchFamily="2" charset="2"/>
              <a:buChar char="Ø"/>
              <a:defRPr sz="2800">
                <a:solidFill>
                  <a:schemeClr val="tx1"/>
                </a:solidFill>
                <a:latin typeface="+mn-lt"/>
                <a:cs typeface="+mn-cs"/>
              </a:defRPr>
            </a:lvl3pPr>
            <a:lvl4pPr marL="1917700" indent="-381000" algn="l" rtl="0" eaLnBrk="0" fontAlgn="base" hangingPunct="0">
              <a:spcBef>
                <a:spcPct val="20000"/>
              </a:spcBef>
              <a:spcAft>
                <a:spcPct val="0"/>
              </a:spcAft>
              <a:buFont typeface="Wingdings" pitchFamily="2" charset="2"/>
              <a:buChar char="Ø"/>
              <a:defRPr sz="2000">
                <a:solidFill>
                  <a:schemeClr val="tx1"/>
                </a:solidFill>
                <a:latin typeface="+mn-lt"/>
                <a:cs typeface="+mn-cs"/>
              </a:defRPr>
            </a:lvl4pPr>
            <a:lvl5pPr marL="2344738" indent="-342900" algn="l" rtl="0" eaLnBrk="0" fontAlgn="base" hangingPunct="0">
              <a:spcBef>
                <a:spcPct val="20000"/>
              </a:spcBef>
              <a:spcAft>
                <a:spcPct val="0"/>
              </a:spcAft>
              <a:buFont typeface="Wingdings" pitchFamily="2" charset="2"/>
              <a:buChar char="Ø"/>
              <a:defRPr sz="2000">
                <a:solidFill>
                  <a:schemeClr val="tx1"/>
                </a:solidFill>
                <a:latin typeface="+mn-lt"/>
                <a:cs typeface="+mn-cs"/>
              </a:defRPr>
            </a:lvl5pPr>
            <a:lvl6pPr marL="2801938" indent="-342900" algn="l" rtl="0" fontAlgn="base">
              <a:spcBef>
                <a:spcPct val="20000"/>
              </a:spcBef>
              <a:spcAft>
                <a:spcPct val="0"/>
              </a:spcAft>
              <a:buFont typeface="Wingdings" pitchFamily="2" charset="2"/>
              <a:buChar char="Ø"/>
              <a:defRPr>
                <a:solidFill>
                  <a:schemeClr val="tx1"/>
                </a:solidFill>
                <a:latin typeface="+mn-lt"/>
                <a:cs typeface="+mn-cs"/>
              </a:defRPr>
            </a:lvl6pPr>
            <a:lvl7pPr marL="3259138" indent="-342900" algn="l" rtl="0" fontAlgn="base">
              <a:spcBef>
                <a:spcPct val="20000"/>
              </a:spcBef>
              <a:spcAft>
                <a:spcPct val="0"/>
              </a:spcAft>
              <a:buFont typeface="Wingdings" pitchFamily="2" charset="2"/>
              <a:buChar char="Ø"/>
              <a:defRPr>
                <a:solidFill>
                  <a:schemeClr val="tx1"/>
                </a:solidFill>
                <a:latin typeface="+mn-lt"/>
                <a:cs typeface="+mn-cs"/>
              </a:defRPr>
            </a:lvl7pPr>
            <a:lvl8pPr marL="3716338" indent="-342900" algn="l" rtl="0" fontAlgn="base">
              <a:spcBef>
                <a:spcPct val="20000"/>
              </a:spcBef>
              <a:spcAft>
                <a:spcPct val="0"/>
              </a:spcAft>
              <a:buFont typeface="Wingdings" pitchFamily="2" charset="2"/>
              <a:buChar char="Ø"/>
              <a:defRPr>
                <a:solidFill>
                  <a:schemeClr val="tx1"/>
                </a:solidFill>
                <a:latin typeface="+mn-lt"/>
                <a:cs typeface="+mn-cs"/>
              </a:defRPr>
            </a:lvl8pPr>
            <a:lvl9pPr marL="4173538" indent="-342900" algn="l" rtl="0" fontAlgn="base">
              <a:spcBef>
                <a:spcPct val="20000"/>
              </a:spcBef>
              <a:spcAft>
                <a:spcPct val="0"/>
              </a:spcAft>
              <a:buFont typeface="Wingdings" pitchFamily="2" charset="2"/>
              <a:buChar char="Ø"/>
              <a:defRPr>
                <a:solidFill>
                  <a:schemeClr val="tx1"/>
                </a:solidFill>
                <a:latin typeface="+mn-lt"/>
                <a:cs typeface="+mn-cs"/>
              </a:defRPr>
            </a:lvl9pPr>
          </a:lstStyle>
          <a:p>
            <a:pPr marL="762000" marR="0" lvl="0" indent="-762000" algn="l" defTabSz="914400" rtl="0" eaLnBrk="1" fontAlgn="base" latinLnBrk="0" hangingPunct="1">
              <a:lnSpc>
                <a:spcPct val="100000"/>
              </a:lnSpc>
              <a:spcBef>
                <a:spcPct val="20000"/>
              </a:spcBef>
              <a:spcAft>
                <a:spcPct val="0"/>
              </a:spcAft>
              <a:buClrTx/>
              <a:buSzTx/>
              <a:buFontTx/>
              <a:buChar char="•"/>
              <a:tabLst/>
              <a:defRPr/>
            </a:pPr>
            <a:r>
              <a:rPr lang="en-US" altLang="en-US" sz="3200" kern="0" dirty="0">
                <a:latin typeface="Arial"/>
                <a:cs typeface="Zar"/>
              </a:rPr>
              <a:t>Sequence Detector: 100xx…xx</a:t>
            </a:r>
            <a:endParaRPr kumimoji="0" lang="en-US" altLang="en-US" sz="3200" b="1" i="0" u="none" strike="noStrike" kern="0" cap="none" spc="0" normalizeH="0" baseline="0" noProof="0" dirty="0">
              <a:ln>
                <a:noFill/>
              </a:ln>
              <a:solidFill>
                <a:srgbClr val="FF5050"/>
              </a:solidFill>
              <a:effectLst/>
              <a:uLnTx/>
              <a:uFillTx/>
              <a:latin typeface="Arial"/>
              <a:ea typeface="+mn-ea"/>
              <a:cs typeface="Zar"/>
            </a:endParaRPr>
          </a:p>
        </p:txBody>
      </p:sp>
      <p:sp>
        <p:nvSpPr>
          <p:cNvPr id="7" name="Left Brace 6">
            <a:extLst>
              <a:ext uri="{FF2B5EF4-FFF2-40B4-BE49-F238E27FC236}">
                <a16:creationId xmlns:a16="http://schemas.microsoft.com/office/drawing/2014/main" id="{A5C5CD74-1619-9B45-B8B0-4E8CA957D6A2}"/>
              </a:ext>
            </a:extLst>
          </p:cNvPr>
          <p:cNvSpPr/>
          <p:nvPr/>
        </p:nvSpPr>
        <p:spPr bwMode="auto">
          <a:xfrm rot="16200000">
            <a:off x="6686550" y="1459250"/>
            <a:ext cx="304800" cy="1257300"/>
          </a:xfrm>
          <a:prstGeom prst="lef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64" charset="-128"/>
            </a:endParaRPr>
          </a:p>
        </p:txBody>
      </p:sp>
      <p:sp>
        <p:nvSpPr>
          <p:cNvPr id="9" name="Text Box 5">
            <a:extLst>
              <a:ext uri="{FF2B5EF4-FFF2-40B4-BE49-F238E27FC236}">
                <a16:creationId xmlns:a16="http://schemas.microsoft.com/office/drawing/2014/main" id="{B1D5BF9E-E135-6147-A37D-C1C426DC9B28}"/>
              </a:ext>
            </a:extLst>
          </p:cNvPr>
          <p:cNvSpPr txBox="1">
            <a:spLocks noChangeArrowheads="1"/>
          </p:cNvSpPr>
          <p:nvPr/>
        </p:nvSpPr>
        <p:spPr bwMode="auto">
          <a:xfrm>
            <a:off x="3962400" y="2240300"/>
            <a:ext cx="4876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algn="ctr" eaLnBrk="1" hangingPunct="1">
              <a:spcBef>
                <a:spcPct val="50000"/>
              </a:spcBef>
            </a:pPr>
            <a:r>
              <a:rPr lang="fa-IR" altLang="en-US" sz="2400" dirty="0">
                <a:solidFill>
                  <a:srgbClr val="000000"/>
                </a:solidFill>
                <a:latin typeface="B Mitra" pitchFamily="2" charset="-78"/>
                <a:ea typeface="+mn-ea"/>
                <a:cs typeface="B Mitra" pitchFamily="2" charset="-78"/>
              </a:rPr>
              <a:t>برای ۶۴ کلاک خروجی را یک نگاه دارد</a:t>
            </a:r>
            <a:endParaRPr lang="en-US" altLang="en-US" sz="2400" dirty="0">
              <a:solidFill>
                <a:srgbClr val="000000"/>
              </a:solidFill>
              <a:latin typeface="B Mitra" pitchFamily="2" charset="-78"/>
              <a:ea typeface="+mn-ea"/>
              <a:cs typeface="B Mitra" pitchFamily="2" charset="-78"/>
            </a:endParaRPr>
          </a:p>
        </p:txBody>
      </p:sp>
      <p:sp>
        <p:nvSpPr>
          <p:cNvPr id="10" name="Text Box 5">
            <a:extLst>
              <a:ext uri="{FF2B5EF4-FFF2-40B4-BE49-F238E27FC236}">
                <a16:creationId xmlns:a16="http://schemas.microsoft.com/office/drawing/2014/main" id="{5113DC85-0969-DC41-ABAD-BDC1BE89E29E}"/>
              </a:ext>
            </a:extLst>
          </p:cNvPr>
          <p:cNvSpPr txBox="1">
            <a:spLocks noChangeArrowheads="1"/>
          </p:cNvSpPr>
          <p:nvPr/>
        </p:nvSpPr>
        <p:spPr bwMode="auto">
          <a:xfrm>
            <a:off x="381000" y="1905000"/>
            <a:ext cx="3646805"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eaLnBrk="0" hangingPunct="0">
              <a:defRPr sz="2700" b="1">
                <a:solidFill>
                  <a:schemeClr val="tx1"/>
                </a:solidFill>
                <a:latin typeface="Times New Roman" pitchFamily="18" charset="0"/>
                <a:cs typeface="Arial" pitchFamily="34" charset="0"/>
              </a:defRPr>
            </a:lvl1pPr>
            <a:lvl2pPr marL="742950" indent="-285750" defTabSz="1019175" eaLnBrk="0" hangingPunct="0">
              <a:defRPr sz="2700" b="1">
                <a:solidFill>
                  <a:schemeClr val="tx1"/>
                </a:solidFill>
                <a:latin typeface="Times New Roman" pitchFamily="18" charset="0"/>
                <a:cs typeface="Arial" pitchFamily="34" charset="0"/>
              </a:defRPr>
            </a:lvl2pPr>
            <a:lvl3pPr marL="1143000" indent="-228600" defTabSz="1019175" eaLnBrk="0" hangingPunct="0">
              <a:defRPr sz="2700" b="1">
                <a:solidFill>
                  <a:schemeClr val="tx1"/>
                </a:solidFill>
                <a:latin typeface="Times New Roman" pitchFamily="18" charset="0"/>
                <a:cs typeface="Arial" pitchFamily="34" charset="0"/>
              </a:defRPr>
            </a:lvl3pPr>
            <a:lvl4pPr marL="1600200" indent="-228600" defTabSz="1019175" eaLnBrk="0" hangingPunct="0">
              <a:defRPr sz="2700" b="1">
                <a:solidFill>
                  <a:schemeClr val="tx1"/>
                </a:solidFill>
                <a:latin typeface="Times New Roman" pitchFamily="18" charset="0"/>
                <a:cs typeface="Arial" pitchFamily="34" charset="0"/>
              </a:defRPr>
            </a:lvl4pPr>
            <a:lvl5pPr marL="2057400" indent="-228600" defTabSz="1019175" eaLnBrk="0" hangingPunct="0">
              <a:defRPr sz="2700" b="1">
                <a:solidFill>
                  <a:schemeClr val="tx1"/>
                </a:solidFill>
                <a:latin typeface="Times New Roman" pitchFamily="18" charset="0"/>
                <a:cs typeface="Arial" pitchFamily="34" charset="0"/>
              </a:defRPr>
            </a:lvl5pPr>
            <a:lvl6pPr marL="25146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6pPr>
            <a:lvl7pPr marL="29718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7pPr>
            <a:lvl8pPr marL="34290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8pPr>
            <a:lvl9pPr marL="3886200" indent="-228600" defTabSz="1019175" eaLnBrk="0" fontAlgn="base" hangingPunct="0">
              <a:spcBef>
                <a:spcPct val="0"/>
              </a:spcBef>
              <a:spcAft>
                <a:spcPct val="0"/>
              </a:spcAft>
              <a:defRPr sz="2700" b="1">
                <a:solidFill>
                  <a:schemeClr val="tx1"/>
                </a:solidFill>
                <a:latin typeface="Times New Roman" pitchFamily="18" charset="0"/>
                <a:cs typeface="Arial" pitchFamily="34" charset="0"/>
              </a:defRPr>
            </a:lvl9pPr>
          </a:lstStyle>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0</a:t>
            </a:r>
            <a:r>
              <a:rPr lang="en-US" altLang="en-US" sz="1600" dirty="0">
                <a:solidFill>
                  <a:srgbClr val="000000"/>
                </a:solidFill>
                <a:ea typeface="+mn-ea"/>
              </a:rPr>
              <a:t>: start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1</a:t>
            </a:r>
            <a:r>
              <a:rPr lang="en-US" altLang="en-US" sz="1600" dirty="0">
                <a:solidFill>
                  <a:srgbClr val="000000"/>
                </a:solidFill>
                <a:ea typeface="+mn-ea"/>
              </a:rPr>
              <a:t>: got 1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2</a:t>
            </a:r>
            <a:r>
              <a:rPr lang="en-US" altLang="en-US" sz="1600" dirty="0">
                <a:solidFill>
                  <a:srgbClr val="000000"/>
                </a:solidFill>
                <a:ea typeface="+mn-ea"/>
              </a:rPr>
              <a:t>: got 10 / 0</a:t>
            </a:r>
          </a:p>
          <a:p>
            <a:pPr eaLnBrk="1" hangingPunct="1">
              <a:spcBef>
                <a:spcPct val="50000"/>
              </a:spcBef>
            </a:pPr>
            <a:r>
              <a:rPr lang="en-US" altLang="en-US" sz="1600" dirty="0">
                <a:solidFill>
                  <a:srgbClr val="000000"/>
                </a:solidFill>
                <a:ea typeface="+mn-ea"/>
              </a:rPr>
              <a:t>S</a:t>
            </a:r>
            <a:r>
              <a:rPr lang="en-US" altLang="en-US" sz="1600" baseline="-25000" dirty="0">
                <a:solidFill>
                  <a:srgbClr val="000000"/>
                </a:solidFill>
                <a:ea typeface="+mn-ea"/>
              </a:rPr>
              <a:t>3</a:t>
            </a:r>
            <a:r>
              <a:rPr lang="en-US" altLang="en-US" sz="1600" dirty="0">
                <a:solidFill>
                  <a:srgbClr val="000000"/>
                </a:solidFill>
                <a:ea typeface="+mn-ea"/>
              </a:rPr>
              <a:t>: got 100, </a:t>
            </a:r>
            <a:r>
              <a:rPr lang="en-US" altLang="en-US" sz="1600" dirty="0">
                <a:solidFill>
                  <a:srgbClr val="000000"/>
                </a:solidFill>
              </a:rPr>
              <a:t>wait until Count=63 </a:t>
            </a:r>
            <a:r>
              <a:rPr lang="en-US" altLang="en-US" sz="1600" dirty="0">
                <a:solidFill>
                  <a:srgbClr val="000000"/>
                </a:solidFill>
                <a:ea typeface="+mn-ea"/>
              </a:rPr>
              <a:t>/ 1</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25396C8-3C6B-4D48-A2D7-FBD0DC0D9779}"/>
                  </a:ext>
                </a:extLst>
              </p14:cNvPr>
              <p14:cNvContentPartPr/>
              <p14:nvPr/>
            </p14:nvContentPartPr>
            <p14:xfrm>
              <a:off x="609600" y="3352800"/>
              <a:ext cx="8085960" cy="2774160"/>
            </p14:xfrm>
          </p:contentPart>
        </mc:Choice>
        <mc:Fallback xmlns="">
          <p:pic>
            <p:nvPicPr>
              <p:cNvPr id="3" name="Ink 2">
                <a:extLst>
                  <a:ext uri="{FF2B5EF4-FFF2-40B4-BE49-F238E27FC236}">
                    <a16:creationId xmlns:a16="http://schemas.microsoft.com/office/drawing/2014/main" id="{325396C8-3C6B-4D48-A2D7-FBD0DC0D9779}"/>
                  </a:ext>
                </a:extLst>
              </p:cNvPr>
              <p:cNvPicPr/>
              <p:nvPr/>
            </p:nvPicPr>
            <p:blipFill>
              <a:blip r:embed="rId3"/>
              <a:stretch>
                <a:fillRect/>
              </a:stretch>
            </p:blipFill>
            <p:spPr>
              <a:xfrm>
                <a:off x="600240" y="3343440"/>
                <a:ext cx="8104680" cy="2792880"/>
              </a:xfrm>
              <a:prstGeom prst="rect">
                <a:avLst/>
              </a:prstGeom>
            </p:spPr>
          </p:pic>
        </mc:Fallback>
      </mc:AlternateContent>
    </p:spTree>
    <p:extLst>
      <p:ext uri="{BB962C8B-B14F-4D97-AF65-F5344CB8AC3E}">
        <p14:creationId xmlns:p14="http://schemas.microsoft.com/office/powerpoint/2010/main" val="236609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6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64"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14626</TotalTime>
  <Words>943</Words>
  <Application>Microsoft Office PowerPoint</Application>
  <PresentationFormat>On-screen Show (4:3)</PresentationFormat>
  <Paragraphs>238</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B Mitra</vt:lpstr>
      <vt:lpstr>Helvetica</vt:lpstr>
      <vt:lpstr>Times New Roman</vt:lpstr>
      <vt:lpstr>Wingdings</vt:lpstr>
      <vt:lpstr>Blank Presentation</vt:lpstr>
      <vt:lpstr>Computer-Aided Design    Finite State Machine (FSM)</vt:lpstr>
      <vt:lpstr>FSM</vt:lpstr>
      <vt:lpstr>Control Inputs</vt:lpstr>
      <vt:lpstr>Finite State Machines &amp; VHDL</vt:lpstr>
      <vt:lpstr>Sequence Detector</vt:lpstr>
      <vt:lpstr>Design of 101 Sequence Detector</vt:lpstr>
      <vt:lpstr>Design of Sequence Detector</vt:lpstr>
      <vt:lpstr>طراحی ماشین حالت</vt:lpstr>
      <vt:lpstr>Sequence Detector</vt:lpstr>
      <vt:lpstr>Design of 101 Sequence Detector</vt:lpstr>
      <vt:lpstr>Design of 101 Sequence Detector</vt:lpstr>
      <vt:lpstr>Example 2</vt:lpstr>
      <vt:lpstr>Example 2: 1100…0010</vt:lpstr>
      <vt:lpstr>Example 3</vt:lpstr>
      <vt:lpstr>Example 3: 11001</vt:lpstr>
      <vt:lpstr>Example 4 – Regular Counter</vt:lpstr>
      <vt:lpstr>Example 5 – Irregular Counter</vt:lpstr>
      <vt:lpstr>Example 6</vt:lpstr>
      <vt:lpstr>Example 6</vt:lpstr>
    </vt:vector>
  </TitlesOfParts>
  <Company>EPFL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MEGAFRAME Chip</dc:title>
  <dc:creator>Mahdi</dc:creator>
  <cp:lastModifiedBy>Mahdi Aminian</cp:lastModifiedBy>
  <cp:revision>683</cp:revision>
  <cp:lastPrinted>2015-04-21T13:02:55Z</cp:lastPrinted>
  <dcterms:created xsi:type="dcterms:W3CDTF">2009-11-03T19:03:43Z</dcterms:created>
  <dcterms:modified xsi:type="dcterms:W3CDTF">2023-12-12T06:53:31Z</dcterms:modified>
</cp:coreProperties>
</file>